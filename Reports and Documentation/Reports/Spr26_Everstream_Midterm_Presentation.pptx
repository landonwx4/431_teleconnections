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57" r:id="rId3"/>
    <p:sldId id="258" r:id="rId4"/>
    <p:sldId id="270" r:id="rId5"/>
    <p:sldId id="261" r:id="rId6"/>
    <p:sldId id="280" r:id="rId7"/>
    <p:sldId id="282" r:id="rId8"/>
    <p:sldId id="278" r:id="rId9"/>
    <p:sldId id="266" r:id="rId10"/>
    <p:sldId id="265" r:id="rId11"/>
    <p:sldId id="281" r:id="rId12"/>
    <p:sldId id="279" r:id="rId13"/>
    <p:sldId id="275" r:id="rId14"/>
    <p:sldId id="273" r:id="rId15"/>
    <p:sldId id="274" r:id="rId16"/>
    <p:sldId id="276" r:id="rId17"/>
    <p:sldId id="267" r:id="rId18"/>
    <p:sldId id="269" r:id="rId19"/>
    <p:sldId id="277" r:id="rId20"/>
    <p:sldId id="263" r:id="rId21"/>
    <p:sldId id="260" r:id="rId22"/>
    <p:sldId id="259" r:id="rId23"/>
    <p:sldId id="28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931A"/>
    <a:srgbClr val="F5D137"/>
    <a:srgbClr val="D5902B"/>
    <a:srgbClr val="023074"/>
    <a:srgbClr val="0076A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F66461-0F1F-E7A0-31DB-0FE0FC929635}" v="3" dt="2026-03-04T15:14:07.792"/>
    <p1510:client id="{62F5801F-7DE3-490D-BD1F-844C48E72E55}" v="2" dt="2026-03-03T01:43:28.764"/>
  </p1510:revLst>
</p1510:revInfo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yson Stewart" userId="S::z2039957@students.niu.edu::8e2b140b-85bc-4b41-b8fc-f7a99c36e0e2" providerId="AD" clId="Web-{C08C47B9-E9D4-E9FE-85F6-725C390C3565}"/>
    <pc:docChg chg="modSld">
      <pc:chgData name="Tyson Stewart" userId="S::z2039957@students.niu.edu::8e2b140b-85bc-4b41-b8fc-f7a99c36e0e2" providerId="AD" clId="Web-{C08C47B9-E9D4-E9FE-85F6-725C390C3565}" dt="2026-03-02T01:17:32.977" v="0"/>
      <pc:docMkLst>
        <pc:docMk/>
      </pc:docMkLst>
      <pc:sldChg chg="mod setBg">
        <pc:chgData name="Tyson Stewart" userId="S::z2039957@students.niu.edu::8e2b140b-85bc-4b41-b8fc-f7a99c36e0e2" providerId="AD" clId="Web-{C08C47B9-E9D4-E9FE-85F6-725C390C3565}" dt="2026-03-02T01:17:32.977" v="0"/>
        <pc:sldMkLst>
          <pc:docMk/>
          <pc:sldMk cId="2528801175" sldId="257"/>
        </pc:sldMkLst>
      </pc:sldChg>
    </pc:docChg>
  </pc:docChgLst>
  <pc:docChgLst>
    <pc:chgData name="Landon Moeller" userId="6c4ecec8-6927-4d7a-893c-9d1afafa0b65" providerId="ADAL" clId="{2C975B97-2FAE-4319-AB75-4CE6C0B2A434}"/>
    <pc:docChg chg="undo custSel addSld delSld modSld sldOrd">
      <pc:chgData name="Landon Moeller" userId="6c4ecec8-6927-4d7a-893c-9d1afafa0b65" providerId="ADAL" clId="{2C975B97-2FAE-4319-AB75-4CE6C0B2A434}" dt="2026-03-02T04:33:35.081" v="4524" actId="207"/>
      <pc:docMkLst>
        <pc:docMk/>
      </pc:docMkLst>
      <pc:sldChg chg="addSp modSp mod setBg">
        <pc:chgData name="Landon Moeller" userId="6c4ecec8-6927-4d7a-893c-9d1afafa0b65" providerId="ADAL" clId="{2C975B97-2FAE-4319-AB75-4CE6C0B2A434}" dt="2026-03-02T03:45:57.023" v="3326" actId="208"/>
        <pc:sldMkLst>
          <pc:docMk/>
          <pc:sldMk cId="109857222" sldId="256"/>
        </pc:sldMkLst>
        <pc:spChg chg="mod">
          <ac:chgData name="Landon Moeller" userId="6c4ecec8-6927-4d7a-893c-9d1afafa0b65" providerId="ADAL" clId="{2C975B97-2FAE-4319-AB75-4CE6C0B2A434}" dt="2026-02-23T15:02:21.911" v="181" actId="1076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Landon Moeller" userId="6c4ecec8-6927-4d7a-893c-9d1afafa0b65" providerId="ADAL" clId="{2C975B97-2FAE-4319-AB75-4CE6C0B2A434}" dt="2026-02-23T15:02:15.424" v="179" actId="1076"/>
          <ac:spMkLst>
            <pc:docMk/>
            <pc:sldMk cId="109857222" sldId="256"/>
            <ac:spMk id="3" creationId="{00000000-0000-0000-0000-000000000000}"/>
          </ac:spMkLst>
        </pc:spChg>
        <pc:picChg chg="add mod">
          <ac:chgData name="Landon Moeller" userId="6c4ecec8-6927-4d7a-893c-9d1afafa0b65" providerId="ADAL" clId="{2C975B97-2FAE-4319-AB75-4CE6C0B2A434}" dt="2026-02-23T15:03:18.677" v="187" actId="1076"/>
          <ac:picMkLst>
            <pc:docMk/>
            <pc:sldMk cId="109857222" sldId="256"/>
            <ac:picMk id="1026" creationId="{C8A8E24C-16EB-F0C1-EAE6-9C41E2101AF1}"/>
          </ac:picMkLst>
        </pc:picChg>
        <pc:cxnChg chg="add mod">
          <ac:chgData name="Landon Moeller" userId="6c4ecec8-6927-4d7a-893c-9d1afafa0b65" providerId="ADAL" clId="{2C975B97-2FAE-4319-AB75-4CE6C0B2A434}" dt="2026-03-02T03:45:57.023" v="3326" actId="208"/>
          <ac:cxnSpMkLst>
            <pc:docMk/>
            <pc:sldMk cId="109857222" sldId="256"/>
            <ac:cxnSpMk id="5" creationId="{035242C2-2FD5-49FE-D18C-B567A4DFC5D3}"/>
          </ac:cxnSpMkLst>
        </pc:cxnChg>
      </pc:sldChg>
      <pc:sldChg chg="modSp new mod">
        <pc:chgData name="Landon Moeller" userId="6c4ecec8-6927-4d7a-893c-9d1afafa0b65" providerId="ADAL" clId="{2C975B97-2FAE-4319-AB75-4CE6C0B2A434}" dt="2026-03-02T04:27:24.471" v="4478" actId="113"/>
        <pc:sldMkLst>
          <pc:docMk/>
          <pc:sldMk cId="2528801175" sldId="257"/>
        </pc:sldMkLst>
        <pc:spChg chg="mod">
          <ac:chgData name="Landon Moeller" userId="6c4ecec8-6927-4d7a-893c-9d1afafa0b65" providerId="ADAL" clId="{2C975B97-2FAE-4319-AB75-4CE6C0B2A434}" dt="2026-02-23T15:36:28.838" v="205" actId="20577"/>
          <ac:spMkLst>
            <pc:docMk/>
            <pc:sldMk cId="2528801175" sldId="257"/>
            <ac:spMk id="2" creationId="{96BBAF02-FA1D-C16D-974F-B8EF346CADF6}"/>
          </ac:spMkLst>
        </pc:spChg>
        <pc:spChg chg="mod">
          <ac:chgData name="Landon Moeller" userId="6c4ecec8-6927-4d7a-893c-9d1afafa0b65" providerId="ADAL" clId="{2C975B97-2FAE-4319-AB75-4CE6C0B2A434}" dt="2026-03-02T04:27:24.471" v="4478" actId="113"/>
          <ac:spMkLst>
            <pc:docMk/>
            <pc:sldMk cId="2528801175" sldId="257"/>
            <ac:spMk id="3" creationId="{F79ACD16-DF9A-876F-0861-2CCB55360EF2}"/>
          </ac:spMkLst>
        </pc:spChg>
      </pc:sldChg>
      <pc:sldChg chg="modSp add mod">
        <pc:chgData name="Landon Moeller" userId="6c4ecec8-6927-4d7a-893c-9d1afafa0b65" providerId="ADAL" clId="{2C975B97-2FAE-4319-AB75-4CE6C0B2A434}" dt="2026-02-23T15:36:49.271" v="223" actId="20577"/>
        <pc:sldMkLst>
          <pc:docMk/>
          <pc:sldMk cId="4165956437" sldId="258"/>
        </pc:sldMkLst>
        <pc:spChg chg="mod">
          <ac:chgData name="Landon Moeller" userId="6c4ecec8-6927-4d7a-893c-9d1afafa0b65" providerId="ADAL" clId="{2C975B97-2FAE-4319-AB75-4CE6C0B2A434}" dt="2026-02-23T15:36:49.271" v="223" actId="20577"/>
          <ac:spMkLst>
            <pc:docMk/>
            <pc:sldMk cId="4165956437" sldId="258"/>
            <ac:spMk id="2" creationId="{88DD98A8-AD3C-B9EB-B591-8E860EF3409C}"/>
          </ac:spMkLst>
        </pc:spChg>
      </pc:sldChg>
      <pc:sldChg chg="modSp add mod">
        <pc:chgData name="Landon Moeller" userId="6c4ecec8-6927-4d7a-893c-9d1afafa0b65" providerId="ADAL" clId="{2C975B97-2FAE-4319-AB75-4CE6C0B2A434}" dt="2026-03-02T04:30:05.553" v="4518" actId="207"/>
        <pc:sldMkLst>
          <pc:docMk/>
          <pc:sldMk cId="2141198516" sldId="259"/>
        </pc:sldMkLst>
        <pc:spChg chg="mod">
          <ac:chgData name="Landon Moeller" userId="6c4ecec8-6927-4d7a-893c-9d1afafa0b65" providerId="ADAL" clId="{2C975B97-2FAE-4319-AB75-4CE6C0B2A434}" dt="2026-02-23T16:16:44.680" v="398" actId="20577"/>
          <ac:spMkLst>
            <pc:docMk/>
            <pc:sldMk cId="2141198516" sldId="259"/>
            <ac:spMk id="2" creationId="{7F9E5998-C03A-48D7-F978-4AF77E0D9BEA}"/>
          </ac:spMkLst>
        </pc:spChg>
        <pc:spChg chg="mod">
          <ac:chgData name="Landon Moeller" userId="6c4ecec8-6927-4d7a-893c-9d1afafa0b65" providerId="ADAL" clId="{2C975B97-2FAE-4319-AB75-4CE6C0B2A434}" dt="2026-03-02T04:30:05.553" v="4518" actId="207"/>
          <ac:spMkLst>
            <pc:docMk/>
            <pc:sldMk cId="2141198516" sldId="259"/>
            <ac:spMk id="3" creationId="{3CBA8E3C-FF61-E16A-CA69-6BEDF499F984}"/>
          </ac:spMkLst>
        </pc:spChg>
      </pc:sldChg>
      <pc:sldChg chg="modSp add mod">
        <pc:chgData name="Landon Moeller" userId="6c4ecec8-6927-4d7a-893c-9d1afafa0b65" providerId="ADAL" clId="{2C975B97-2FAE-4319-AB75-4CE6C0B2A434}" dt="2026-03-02T04:29:11.603" v="4516" actId="113"/>
        <pc:sldMkLst>
          <pc:docMk/>
          <pc:sldMk cId="28047482" sldId="260"/>
        </pc:sldMkLst>
        <pc:spChg chg="mod">
          <ac:chgData name="Landon Moeller" userId="6c4ecec8-6927-4d7a-893c-9d1afafa0b65" providerId="ADAL" clId="{2C975B97-2FAE-4319-AB75-4CE6C0B2A434}" dt="2026-02-23T16:16:29.725" v="383" actId="20577"/>
          <ac:spMkLst>
            <pc:docMk/>
            <pc:sldMk cId="28047482" sldId="260"/>
            <ac:spMk id="2" creationId="{1CE061C4-DC85-AC34-891B-FC9EB4F60A2F}"/>
          </ac:spMkLst>
        </pc:spChg>
        <pc:spChg chg="mod">
          <ac:chgData name="Landon Moeller" userId="6c4ecec8-6927-4d7a-893c-9d1afafa0b65" providerId="ADAL" clId="{2C975B97-2FAE-4319-AB75-4CE6C0B2A434}" dt="2026-03-02T04:29:11.603" v="4516" actId="113"/>
          <ac:spMkLst>
            <pc:docMk/>
            <pc:sldMk cId="28047482" sldId="260"/>
            <ac:spMk id="3" creationId="{98A18BF7-2D9B-7C68-C564-5339AB1205A0}"/>
          </ac:spMkLst>
        </pc:spChg>
      </pc:sldChg>
      <pc:sldChg chg="addSp delSp modSp add mod">
        <pc:chgData name="Landon Moeller" userId="6c4ecec8-6927-4d7a-893c-9d1afafa0b65" providerId="ADAL" clId="{2C975B97-2FAE-4319-AB75-4CE6C0B2A434}" dt="2026-03-02T04:25:01.471" v="4444" actId="113"/>
        <pc:sldMkLst>
          <pc:docMk/>
          <pc:sldMk cId="836972721" sldId="261"/>
        </pc:sldMkLst>
        <pc:spChg chg="mod">
          <ac:chgData name="Landon Moeller" userId="6c4ecec8-6927-4d7a-893c-9d1afafa0b65" providerId="ADAL" clId="{2C975B97-2FAE-4319-AB75-4CE6C0B2A434}" dt="2026-02-23T15:38:34.348" v="246" actId="20577"/>
          <ac:spMkLst>
            <pc:docMk/>
            <pc:sldMk cId="836972721" sldId="261"/>
            <ac:spMk id="2" creationId="{D01F7200-3333-FF3F-3BEA-803F634630CA}"/>
          </ac:spMkLst>
        </pc:spChg>
        <pc:spChg chg="mod">
          <ac:chgData name="Landon Moeller" userId="6c4ecec8-6927-4d7a-893c-9d1afafa0b65" providerId="ADAL" clId="{2C975B97-2FAE-4319-AB75-4CE6C0B2A434}" dt="2026-03-02T04:25:01.471" v="4444" actId="113"/>
          <ac:spMkLst>
            <pc:docMk/>
            <pc:sldMk cId="836972721" sldId="261"/>
            <ac:spMk id="3" creationId="{5AC11B74-B908-F846-1AD0-4E5A96913113}"/>
          </ac:spMkLst>
        </pc:spChg>
      </pc:sldChg>
      <pc:sldChg chg="addSp delSp modSp add mod">
        <pc:chgData name="Landon Moeller" userId="6c4ecec8-6927-4d7a-893c-9d1afafa0b65" providerId="ADAL" clId="{2C975B97-2FAE-4319-AB75-4CE6C0B2A434}" dt="2026-03-02T04:28:35.864" v="4508" actId="20577"/>
        <pc:sldMkLst>
          <pc:docMk/>
          <pc:sldMk cId="174257554" sldId="263"/>
        </pc:sldMkLst>
        <pc:spChg chg="mod">
          <ac:chgData name="Landon Moeller" userId="6c4ecec8-6927-4d7a-893c-9d1afafa0b65" providerId="ADAL" clId="{2C975B97-2FAE-4319-AB75-4CE6C0B2A434}" dt="2026-02-23T16:16:06.693" v="329" actId="20577"/>
          <ac:spMkLst>
            <pc:docMk/>
            <pc:sldMk cId="174257554" sldId="263"/>
            <ac:spMk id="2" creationId="{04C861AE-6511-1D0B-A0AF-4ECAC910C862}"/>
          </ac:spMkLst>
        </pc:spChg>
        <pc:spChg chg="add mod">
          <ac:chgData name="Landon Moeller" userId="6c4ecec8-6927-4d7a-893c-9d1afafa0b65" providerId="ADAL" clId="{2C975B97-2FAE-4319-AB75-4CE6C0B2A434}" dt="2026-03-02T04:28:35.864" v="4508" actId="20577"/>
          <ac:spMkLst>
            <pc:docMk/>
            <pc:sldMk cId="174257554" sldId="263"/>
            <ac:spMk id="4" creationId="{2A79E7A5-3F44-7AAF-8CC9-7557345D6D01}"/>
          </ac:spMkLst>
        </pc:spChg>
      </pc:sldChg>
      <pc:sldChg chg="addSp modSp add mod">
        <pc:chgData name="Landon Moeller" userId="6c4ecec8-6927-4d7a-893c-9d1afafa0b65" providerId="ADAL" clId="{2C975B97-2FAE-4319-AB75-4CE6C0B2A434}" dt="2026-03-02T03:19:56.754" v="3112" actId="20577"/>
        <pc:sldMkLst>
          <pc:docMk/>
          <pc:sldMk cId="2132610012" sldId="265"/>
        </pc:sldMkLst>
        <pc:spChg chg="mod">
          <ac:chgData name="Landon Moeller" userId="6c4ecec8-6927-4d7a-893c-9d1afafa0b65" providerId="ADAL" clId="{2C975B97-2FAE-4319-AB75-4CE6C0B2A434}" dt="2026-02-23T16:14:48.620" v="267" actId="20577"/>
          <ac:spMkLst>
            <pc:docMk/>
            <pc:sldMk cId="2132610012" sldId="265"/>
            <ac:spMk id="2" creationId="{5C87B49C-4181-8C2B-BBBF-11F4ADCF43A1}"/>
          </ac:spMkLst>
        </pc:spChg>
        <pc:spChg chg="mod">
          <ac:chgData name="Landon Moeller" userId="6c4ecec8-6927-4d7a-893c-9d1afafa0b65" providerId="ADAL" clId="{2C975B97-2FAE-4319-AB75-4CE6C0B2A434}" dt="2026-03-02T03:19:56.754" v="3112" actId="20577"/>
          <ac:spMkLst>
            <pc:docMk/>
            <pc:sldMk cId="2132610012" sldId="265"/>
            <ac:spMk id="3" creationId="{CA15B158-DCE3-FD01-005F-3ED1BA277392}"/>
          </ac:spMkLst>
        </pc:spChg>
        <pc:picChg chg="add mod">
          <ac:chgData name="Landon Moeller" userId="6c4ecec8-6927-4d7a-893c-9d1afafa0b65" providerId="ADAL" clId="{2C975B97-2FAE-4319-AB75-4CE6C0B2A434}" dt="2026-03-02T01:35:22.291" v="2104" actId="1076"/>
          <ac:picMkLst>
            <pc:docMk/>
            <pc:sldMk cId="2132610012" sldId="265"/>
            <ac:picMk id="5" creationId="{D744DFF7-2531-F56C-EA2E-F5C17BFB467B}"/>
          </ac:picMkLst>
        </pc:picChg>
        <pc:picChg chg="add mod modCrop">
          <ac:chgData name="Landon Moeller" userId="6c4ecec8-6927-4d7a-893c-9d1afafa0b65" providerId="ADAL" clId="{2C975B97-2FAE-4319-AB75-4CE6C0B2A434}" dt="2026-03-02T01:35:16.050" v="2101" actId="1076"/>
          <ac:picMkLst>
            <pc:docMk/>
            <pc:sldMk cId="2132610012" sldId="265"/>
            <ac:picMk id="7" creationId="{DD0D5E62-313A-C3C8-32FF-9CE5ECAC30F0}"/>
          </ac:picMkLst>
        </pc:picChg>
      </pc:sldChg>
      <pc:sldChg chg="addSp modSp add mod">
        <pc:chgData name="Landon Moeller" userId="6c4ecec8-6927-4d7a-893c-9d1afafa0b65" providerId="ADAL" clId="{2C975B97-2FAE-4319-AB75-4CE6C0B2A434}" dt="2026-03-02T04:25:28.578" v="4446" actId="113"/>
        <pc:sldMkLst>
          <pc:docMk/>
          <pc:sldMk cId="2441228111" sldId="266"/>
        </pc:sldMkLst>
        <pc:spChg chg="mod">
          <ac:chgData name="Landon Moeller" userId="6c4ecec8-6927-4d7a-893c-9d1afafa0b65" providerId="ADAL" clId="{2C975B97-2FAE-4319-AB75-4CE6C0B2A434}" dt="2026-03-02T02:09:08.691" v="2731" actId="14838"/>
          <ac:spMkLst>
            <pc:docMk/>
            <pc:sldMk cId="2441228111" sldId="266"/>
            <ac:spMk id="2" creationId="{13E9D030-DB5E-0EA3-EA70-49F3712BF3AB}"/>
          </ac:spMkLst>
        </pc:spChg>
        <pc:spChg chg="mod">
          <ac:chgData name="Landon Moeller" userId="6c4ecec8-6927-4d7a-893c-9d1afafa0b65" providerId="ADAL" clId="{2C975B97-2FAE-4319-AB75-4CE6C0B2A434}" dt="2026-03-02T04:25:28.578" v="4446" actId="113"/>
          <ac:spMkLst>
            <pc:docMk/>
            <pc:sldMk cId="2441228111" sldId="266"/>
            <ac:spMk id="3" creationId="{45A2B95E-6C12-2A89-0987-375CD5BC3DC5}"/>
          </ac:spMkLst>
        </pc:spChg>
        <pc:picChg chg="add mod">
          <ac:chgData name="Landon Moeller" userId="6c4ecec8-6927-4d7a-893c-9d1afafa0b65" providerId="ADAL" clId="{2C975B97-2FAE-4319-AB75-4CE6C0B2A434}" dt="2026-03-02T00:46:53.188" v="1475" actId="1076"/>
          <ac:picMkLst>
            <pc:docMk/>
            <pc:sldMk cId="2441228111" sldId="266"/>
            <ac:picMk id="4" creationId="{96BD3A18-59B1-6C56-FEAA-23041EF943A0}"/>
          </ac:picMkLst>
        </pc:picChg>
        <pc:picChg chg="add mod">
          <ac:chgData name="Landon Moeller" userId="6c4ecec8-6927-4d7a-893c-9d1afafa0b65" providerId="ADAL" clId="{2C975B97-2FAE-4319-AB75-4CE6C0B2A434}" dt="2026-03-02T03:27:00.474" v="3252" actId="1076"/>
          <ac:picMkLst>
            <pc:docMk/>
            <pc:sldMk cId="2441228111" sldId="266"/>
            <ac:picMk id="5" creationId="{1A24ABCE-A931-68F1-2EF6-EA2032526DB8}"/>
          </ac:picMkLst>
        </pc:picChg>
        <pc:picChg chg="add mod">
          <ac:chgData name="Landon Moeller" userId="6c4ecec8-6927-4d7a-893c-9d1afafa0b65" providerId="ADAL" clId="{2C975B97-2FAE-4319-AB75-4CE6C0B2A434}" dt="2026-03-02T00:49:33.518" v="1483" actId="14826"/>
          <ac:picMkLst>
            <pc:docMk/>
            <pc:sldMk cId="2441228111" sldId="266"/>
            <ac:picMk id="7" creationId="{43F89A0B-E681-9C44-E017-E12AC9A30873}"/>
          </ac:picMkLst>
        </pc:picChg>
      </pc:sldChg>
      <pc:sldChg chg="addSp delSp modSp add mod ord">
        <pc:chgData name="Landon Moeller" userId="6c4ecec8-6927-4d7a-893c-9d1afafa0b65" providerId="ADAL" clId="{2C975B97-2FAE-4319-AB75-4CE6C0B2A434}" dt="2026-03-02T02:05:46.081" v="2709" actId="14100"/>
        <pc:sldMkLst>
          <pc:docMk/>
          <pc:sldMk cId="2787734007" sldId="267"/>
        </pc:sldMkLst>
        <pc:picChg chg="add mod">
          <ac:chgData name="Landon Moeller" userId="6c4ecec8-6927-4d7a-893c-9d1afafa0b65" providerId="ADAL" clId="{2C975B97-2FAE-4319-AB75-4CE6C0B2A434}" dt="2026-03-02T02:05:46.081" v="2709" actId="14100"/>
          <ac:picMkLst>
            <pc:docMk/>
            <pc:sldMk cId="2787734007" sldId="267"/>
            <ac:picMk id="5" creationId="{A8562429-33BB-172A-FA12-DDADF207D225}"/>
          </ac:picMkLst>
        </pc:picChg>
        <pc:picChg chg="add mod">
          <ac:chgData name="Landon Moeller" userId="6c4ecec8-6927-4d7a-893c-9d1afafa0b65" providerId="ADAL" clId="{2C975B97-2FAE-4319-AB75-4CE6C0B2A434}" dt="2026-03-02T00:33:14.299" v="1442" actId="14826"/>
          <ac:picMkLst>
            <pc:docMk/>
            <pc:sldMk cId="2787734007" sldId="267"/>
            <ac:picMk id="7" creationId="{05F2682B-CFAA-963F-7EB6-10BDB1063C18}"/>
          </ac:picMkLst>
        </pc:picChg>
      </pc:sldChg>
      <pc:sldChg chg="addSp delSp modSp add mod ord">
        <pc:chgData name="Landon Moeller" userId="6c4ecec8-6927-4d7a-893c-9d1afafa0b65" providerId="ADAL" clId="{2C975B97-2FAE-4319-AB75-4CE6C0B2A434}" dt="2026-03-02T00:36:19.165" v="1464"/>
        <pc:sldMkLst>
          <pc:docMk/>
          <pc:sldMk cId="2397704057" sldId="269"/>
        </pc:sldMkLst>
        <pc:picChg chg="add mod ord">
          <ac:chgData name="Landon Moeller" userId="6c4ecec8-6927-4d7a-893c-9d1afafa0b65" providerId="ADAL" clId="{2C975B97-2FAE-4319-AB75-4CE6C0B2A434}" dt="2026-03-02T00:34:52.803" v="1462" actId="1076"/>
          <ac:picMkLst>
            <pc:docMk/>
            <pc:sldMk cId="2397704057" sldId="269"/>
            <ac:picMk id="5" creationId="{C093BF69-93D0-1179-8A80-0D70EFA13196}"/>
          </ac:picMkLst>
        </pc:picChg>
      </pc:sldChg>
      <pc:sldChg chg="delSp modSp add mod">
        <pc:chgData name="Landon Moeller" userId="6c4ecec8-6927-4d7a-893c-9d1afafa0b65" providerId="ADAL" clId="{2C975B97-2FAE-4319-AB75-4CE6C0B2A434}" dt="2026-03-02T04:24:46.444" v="4443" actId="207"/>
        <pc:sldMkLst>
          <pc:docMk/>
          <pc:sldMk cId="1836032968" sldId="270"/>
        </pc:sldMkLst>
        <pc:spChg chg="mod">
          <ac:chgData name="Landon Moeller" userId="6c4ecec8-6927-4d7a-893c-9d1afafa0b65" providerId="ADAL" clId="{2C975B97-2FAE-4319-AB75-4CE6C0B2A434}" dt="2026-03-02T04:24:46.444" v="4443" actId="207"/>
          <ac:spMkLst>
            <pc:docMk/>
            <pc:sldMk cId="1836032968" sldId="270"/>
            <ac:spMk id="6" creationId="{341C324D-5947-41ED-D6C2-A6C17E2C00D5}"/>
          </ac:spMkLst>
        </pc:spChg>
      </pc:sldChg>
      <pc:sldChg chg="addSp delSp modSp add mod ord">
        <pc:chgData name="Landon Moeller" userId="6c4ecec8-6927-4d7a-893c-9d1afafa0b65" providerId="ADAL" clId="{2C975B97-2FAE-4319-AB75-4CE6C0B2A434}" dt="2026-03-02T00:31:36.978" v="1431"/>
        <pc:sldMkLst>
          <pc:docMk/>
          <pc:sldMk cId="3672559710" sldId="273"/>
        </pc:sldMkLst>
        <pc:picChg chg="add mod ord">
          <ac:chgData name="Landon Moeller" userId="6c4ecec8-6927-4d7a-893c-9d1afafa0b65" providerId="ADAL" clId="{2C975B97-2FAE-4319-AB75-4CE6C0B2A434}" dt="2026-02-23T16:34:24.822" v="505" actId="14826"/>
          <ac:picMkLst>
            <pc:docMk/>
            <pc:sldMk cId="3672559710" sldId="273"/>
            <ac:picMk id="5" creationId="{B8CFF2B3-C7C9-D135-1FAC-F43EB42A9B29}"/>
          </ac:picMkLst>
        </pc:picChg>
      </pc:sldChg>
      <pc:sldChg chg="modSp add ord">
        <pc:chgData name="Landon Moeller" userId="6c4ecec8-6927-4d7a-893c-9d1afafa0b65" providerId="ADAL" clId="{2C975B97-2FAE-4319-AB75-4CE6C0B2A434}" dt="2026-03-02T00:55:53.341" v="1484" actId="14826"/>
        <pc:sldMkLst>
          <pc:docMk/>
          <pc:sldMk cId="1279247850" sldId="274"/>
        </pc:sldMkLst>
        <pc:picChg chg="mod">
          <ac:chgData name="Landon Moeller" userId="6c4ecec8-6927-4d7a-893c-9d1afafa0b65" providerId="ADAL" clId="{2C975B97-2FAE-4319-AB75-4CE6C0B2A434}" dt="2026-03-02T00:55:53.341" v="1484" actId="14826"/>
          <ac:picMkLst>
            <pc:docMk/>
            <pc:sldMk cId="1279247850" sldId="274"/>
            <ac:picMk id="5" creationId="{BDD0DBCA-35FD-1064-A8E7-9184649BE591}"/>
          </ac:picMkLst>
        </pc:picChg>
      </pc:sldChg>
      <pc:sldChg chg="addSp delSp modSp add mod ord">
        <pc:chgData name="Landon Moeller" userId="6c4ecec8-6927-4d7a-893c-9d1afafa0b65" providerId="ADAL" clId="{2C975B97-2FAE-4319-AB75-4CE6C0B2A434}" dt="2026-03-02T04:26:56.113" v="4476" actId="20577"/>
        <pc:sldMkLst>
          <pc:docMk/>
          <pc:sldMk cId="1753870251" sldId="275"/>
        </pc:sldMkLst>
        <pc:spChg chg="add mod">
          <ac:chgData name="Landon Moeller" userId="6c4ecec8-6927-4d7a-893c-9d1afafa0b65" providerId="ADAL" clId="{2C975B97-2FAE-4319-AB75-4CE6C0B2A434}" dt="2026-03-02T04:26:56.113" v="4476" actId="20577"/>
          <ac:spMkLst>
            <pc:docMk/>
            <pc:sldMk cId="1753870251" sldId="275"/>
            <ac:spMk id="3" creationId="{8CDEBD3E-2018-B587-071D-2A59865A0865}"/>
          </ac:spMkLst>
        </pc:spChg>
        <pc:spChg chg="mod">
          <ac:chgData name="Landon Moeller" userId="6c4ecec8-6927-4d7a-893c-9d1afafa0b65" providerId="ADAL" clId="{2C975B97-2FAE-4319-AB75-4CE6C0B2A434}" dt="2026-03-02T04:26:20.121" v="4457" actId="1076"/>
          <ac:spMkLst>
            <pc:docMk/>
            <pc:sldMk cId="1753870251" sldId="275"/>
            <ac:spMk id="12" creationId="{01915019-5A27-3959-58E5-FF941280A706}"/>
          </ac:spMkLst>
        </pc:spChg>
        <pc:graphicFrameChg chg="mod modGraphic">
          <ac:chgData name="Landon Moeller" userId="6c4ecec8-6927-4d7a-893c-9d1afafa0b65" providerId="ADAL" clId="{2C975B97-2FAE-4319-AB75-4CE6C0B2A434}" dt="2026-02-25T16:28:00.217" v="1414" actId="113"/>
          <ac:graphicFrameMkLst>
            <pc:docMk/>
            <pc:sldMk cId="1753870251" sldId="275"/>
            <ac:graphicFrameMk id="7" creationId="{1B25C54D-B0F7-8E2A-F2D9-52129C4C7A18}"/>
          </ac:graphicFrameMkLst>
        </pc:graphicFrameChg>
        <pc:graphicFrameChg chg="mod modGraphic">
          <ac:chgData name="Landon Moeller" userId="6c4ecec8-6927-4d7a-893c-9d1afafa0b65" providerId="ADAL" clId="{2C975B97-2FAE-4319-AB75-4CE6C0B2A434}" dt="2026-03-02T04:26:03.747" v="4452" actId="1076"/>
          <ac:graphicFrameMkLst>
            <pc:docMk/>
            <pc:sldMk cId="1753870251" sldId="275"/>
            <ac:graphicFrameMk id="11" creationId="{9FEDE343-5761-93E2-0A02-5B6C41AF953A}"/>
          </ac:graphicFrameMkLst>
        </pc:graphicFrameChg>
      </pc:sldChg>
      <pc:sldChg chg="add ord">
        <pc:chgData name="Landon Moeller" userId="6c4ecec8-6927-4d7a-893c-9d1afafa0b65" providerId="ADAL" clId="{2C975B97-2FAE-4319-AB75-4CE6C0B2A434}" dt="2026-03-02T00:33:49.441" v="1450"/>
        <pc:sldMkLst>
          <pc:docMk/>
          <pc:sldMk cId="185032664" sldId="276"/>
        </pc:sldMkLst>
      </pc:sldChg>
      <pc:sldChg chg="modSp add mod setBg">
        <pc:chgData name="Landon Moeller" userId="6c4ecec8-6927-4d7a-893c-9d1afafa0b65" providerId="ADAL" clId="{2C975B97-2FAE-4319-AB75-4CE6C0B2A434}" dt="2026-03-02T00:37:36.797" v="1472" actId="1076"/>
        <pc:sldMkLst>
          <pc:docMk/>
          <pc:sldMk cId="1893910408" sldId="277"/>
        </pc:sldMkLst>
        <pc:picChg chg="mod">
          <ac:chgData name="Landon Moeller" userId="6c4ecec8-6927-4d7a-893c-9d1afafa0b65" providerId="ADAL" clId="{2C975B97-2FAE-4319-AB75-4CE6C0B2A434}" dt="2026-03-02T00:37:36.797" v="1472" actId="1076"/>
          <ac:picMkLst>
            <pc:docMk/>
            <pc:sldMk cId="1893910408" sldId="277"/>
            <ac:picMk id="5" creationId="{125A6BC0-0001-55B3-9492-3A36FA62E425}"/>
          </ac:picMkLst>
        </pc:picChg>
      </pc:sldChg>
      <pc:sldChg chg="modSp add mod setBg">
        <pc:chgData name="Landon Moeller" userId="6c4ecec8-6927-4d7a-893c-9d1afafa0b65" providerId="ADAL" clId="{2C975B97-2FAE-4319-AB75-4CE6C0B2A434}" dt="2026-03-02T01:21:30.758" v="1931" actId="1076"/>
        <pc:sldMkLst>
          <pc:docMk/>
          <pc:sldMk cId="1583385971" sldId="278"/>
        </pc:sldMkLst>
        <pc:picChg chg="mod">
          <ac:chgData name="Landon Moeller" userId="6c4ecec8-6927-4d7a-893c-9d1afafa0b65" providerId="ADAL" clId="{2C975B97-2FAE-4319-AB75-4CE6C0B2A434}" dt="2026-03-02T01:21:30.758" v="1931" actId="1076"/>
          <ac:picMkLst>
            <pc:docMk/>
            <pc:sldMk cId="1583385971" sldId="278"/>
            <ac:picMk id="5" creationId="{2BF1770C-CAA9-7E59-D8DC-006B8FA2A39F}"/>
          </ac:picMkLst>
        </pc:picChg>
      </pc:sldChg>
      <pc:sldChg chg="addSp delSp modSp add mod">
        <pc:chgData name="Landon Moeller" userId="6c4ecec8-6927-4d7a-893c-9d1afafa0b65" providerId="ADAL" clId="{2C975B97-2FAE-4319-AB75-4CE6C0B2A434}" dt="2026-03-02T03:47:58.578" v="3432" actId="14100"/>
        <pc:sldMkLst>
          <pc:docMk/>
          <pc:sldMk cId="2994264675" sldId="279"/>
        </pc:sldMkLst>
        <pc:spChg chg="mod">
          <ac:chgData name="Landon Moeller" userId="6c4ecec8-6927-4d7a-893c-9d1afafa0b65" providerId="ADAL" clId="{2C975B97-2FAE-4319-AB75-4CE6C0B2A434}" dt="2026-03-02T02:09:35.037" v="2737" actId="14838"/>
          <ac:spMkLst>
            <pc:docMk/>
            <pc:sldMk cId="2994264675" sldId="279"/>
            <ac:spMk id="2" creationId="{0DDAD67B-7E38-7155-535F-3A913863E955}"/>
          </ac:spMkLst>
        </pc:spChg>
        <pc:spChg chg="mod">
          <ac:chgData name="Landon Moeller" userId="6c4ecec8-6927-4d7a-893c-9d1afafa0b65" providerId="ADAL" clId="{2C975B97-2FAE-4319-AB75-4CE6C0B2A434}" dt="2026-03-02T03:47:33.197" v="3430" actId="20577"/>
          <ac:spMkLst>
            <pc:docMk/>
            <pc:sldMk cId="2994264675" sldId="279"/>
            <ac:spMk id="3" creationId="{963AAB24-1B61-6AF8-89A1-3A11502F8F71}"/>
          </ac:spMkLst>
        </pc:spChg>
        <pc:spChg chg="add del mod">
          <ac:chgData name="Landon Moeller" userId="6c4ecec8-6927-4d7a-893c-9d1afafa0b65" providerId="ADAL" clId="{2C975B97-2FAE-4319-AB75-4CE6C0B2A434}" dt="2026-03-02T03:47:54.696" v="3431" actId="1076"/>
          <ac:spMkLst>
            <pc:docMk/>
            <pc:sldMk cId="2994264675" sldId="279"/>
            <ac:spMk id="16" creationId="{1897A7D9-91DC-F3B2-179E-CDF81810C204}"/>
          </ac:spMkLst>
        </pc:spChg>
        <pc:spChg chg="add mod">
          <ac:chgData name="Landon Moeller" userId="6c4ecec8-6927-4d7a-893c-9d1afafa0b65" providerId="ADAL" clId="{2C975B97-2FAE-4319-AB75-4CE6C0B2A434}" dt="2026-03-02T03:40:35.606" v="3301" actId="14100"/>
          <ac:spMkLst>
            <pc:docMk/>
            <pc:sldMk cId="2994264675" sldId="279"/>
            <ac:spMk id="27" creationId="{82B6E4C4-B17C-1B9D-56DB-0C895FA0D199}"/>
          </ac:spMkLst>
        </pc:spChg>
        <pc:picChg chg="add mod">
          <ac:chgData name="Landon Moeller" userId="6c4ecec8-6927-4d7a-893c-9d1afafa0b65" providerId="ADAL" clId="{2C975B97-2FAE-4319-AB75-4CE6C0B2A434}" dt="2026-03-02T03:47:58.578" v="3432" actId="14100"/>
          <ac:picMkLst>
            <pc:docMk/>
            <pc:sldMk cId="2994264675" sldId="279"/>
            <ac:picMk id="26" creationId="{7C312DBD-FC49-E8D1-8C91-34C320054DE5}"/>
          </ac:picMkLst>
        </pc:picChg>
        <pc:cxnChg chg="add mod">
          <ac:chgData name="Landon Moeller" userId="6c4ecec8-6927-4d7a-893c-9d1afafa0b65" providerId="ADAL" clId="{2C975B97-2FAE-4319-AB75-4CE6C0B2A434}" dt="2026-03-02T03:47:54.696" v="3431" actId="1076"/>
          <ac:cxnSpMkLst>
            <pc:docMk/>
            <pc:sldMk cId="2994264675" sldId="279"/>
            <ac:cxnSpMk id="6" creationId="{7FF015D2-4DC5-2882-8D57-858F58F8A785}"/>
          </ac:cxnSpMkLst>
        </pc:cxnChg>
        <pc:cxnChg chg="add mod">
          <ac:chgData name="Landon Moeller" userId="6c4ecec8-6927-4d7a-893c-9d1afafa0b65" providerId="ADAL" clId="{2C975B97-2FAE-4319-AB75-4CE6C0B2A434}" dt="2026-03-02T03:47:54.696" v="3431" actId="1076"/>
          <ac:cxnSpMkLst>
            <pc:docMk/>
            <pc:sldMk cId="2994264675" sldId="279"/>
            <ac:cxnSpMk id="8" creationId="{FDD63492-D696-2734-9A72-1C3A202491AB}"/>
          </ac:cxnSpMkLst>
        </pc:cxnChg>
        <pc:cxnChg chg="add mod">
          <ac:chgData name="Landon Moeller" userId="6c4ecec8-6927-4d7a-893c-9d1afafa0b65" providerId="ADAL" clId="{2C975B97-2FAE-4319-AB75-4CE6C0B2A434}" dt="2026-03-02T03:47:54.696" v="3431" actId="1076"/>
          <ac:cxnSpMkLst>
            <pc:docMk/>
            <pc:sldMk cId="2994264675" sldId="279"/>
            <ac:cxnSpMk id="9" creationId="{1B097BE6-C728-EFE6-AA92-2B43495A5806}"/>
          </ac:cxnSpMkLst>
        </pc:cxnChg>
        <pc:cxnChg chg="add del mod">
          <ac:chgData name="Landon Moeller" userId="6c4ecec8-6927-4d7a-893c-9d1afafa0b65" providerId="ADAL" clId="{2C975B97-2FAE-4319-AB75-4CE6C0B2A434}" dt="2026-03-02T03:47:54.696" v="3431" actId="1076"/>
          <ac:cxnSpMkLst>
            <pc:docMk/>
            <pc:sldMk cId="2994264675" sldId="279"/>
            <ac:cxnSpMk id="15" creationId="{6B7AC642-B5C1-DB62-E22D-E602271B2A3E}"/>
          </ac:cxnSpMkLst>
        </pc:cxnChg>
      </pc:sldChg>
      <pc:sldChg chg="addSp delSp modSp add mod ord">
        <pc:chgData name="Landon Moeller" userId="6c4ecec8-6927-4d7a-893c-9d1afafa0b65" providerId="ADAL" clId="{2C975B97-2FAE-4319-AB75-4CE6C0B2A434}" dt="2026-03-02T03:44:29.793" v="3314" actId="115"/>
        <pc:sldMkLst>
          <pc:docMk/>
          <pc:sldMk cId="2658663733" sldId="281"/>
        </pc:sldMkLst>
        <pc:spChg chg="mod">
          <ac:chgData name="Landon Moeller" userId="6c4ecec8-6927-4d7a-893c-9d1afafa0b65" providerId="ADAL" clId="{2C975B97-2FAE-4319-AB75-4CE6C0B2A434}" dt="2026-03-02T03:44:29.793" v="3314" actId="115"/>
          <ac:spMkLst>
            <pc:docMk/>
            <pc:sldMk cId="2658663733" sldId="281"/>
            <ac:spMk id="3" creationId="{B5649A4C-DAE1-D77C-38D4-4FF1C8B2E4F1}"/>
          </ac:spMkLst>
        </pc:spChg>
        <pc:spChg chg="add mod">
          <ac:chgData name="Landon Moeller" userId="6c4ecec8-6927-4d7a-893c-9d1afafa0b65" providerId="ADAL" clId="{2C975B97-2FAE-4319-AB75-4CE6C0B2A434}" dt="2026-03-02T03:35:47.400" v="3285" actId="1076"/>
          <ac:spMkLst>
            <pc:docMk/>
            <pc:sldMk cId="2658663733" sldId="281"/>
            <ac:spMk id="13" creationId="{7A70DE7E-B95E-7228-7523-A843811E99F4}"/>
          </ac:spMkLst>
        </pc:spChg>
        <pc:spChg chg="mod">
          <ac:chgData name="Landon Moeller" userId="6c4ecec8-6927-4d7a-893c-9d1afafa0b65" providerId="ADAL" clId="{2C975B97-2FAE-4319-AB75-4CE6C0B2A434}" dt="2026-03-02T03:26:29.283" v="3246" actId="207"/>
          <ac:spMkLst>
            <pc:docMk/>
            <pc:sldMk cId="2658663733" sldId="281"/>
            <ac:spMk id="23" creationId="{8A6B5AF6-7128-BAF4-FD53-C79038E38FBB}"/>
          </ac:spMkLst>
        </pc:spChg>
        <pc:spChg chg="mod">
          <ac:chgData name="Landon Moeller" userId="6c4ecec8-6927-4d7a-893c-9d1afafa0b65" providerId="ADAL" clId="{2C975B97-2FAE-4319-AB75-4CE6C0B2A434}" dt="2026-03-02T03:26:33.719" v="3247" actId="207"/>
          <ac:spMkLst>
            <pc:docMk/>
            <pc:sldMk cId="2658663733" sldId="281"/>
            <ac:spMk id="24" creationId="{96AB82AE-66C7-0EA0-8966-08420B3274F5}"/>
          </ac:spMkLst>
        </pc:spChg>
        <pc:picChg chg="add mod">
          <ac:chgData name="Landon Moeller" userId="6c4ecec8-6927-4d7a-893c-9d1afafa0b65" providerId="ADAL" clId="{2C975B97-2FAE-4319-AB75-4CE6C0B2A434}" dt="2026-03-02T03:30:31.178" v="3273" actId="1076"/>
          <ac:picMkLst>
            <pc:docMk/>
            <pc:sldMk cId="2658663733" sldId="281"/>
            <ac:picMk id="10" creationId="{46D19D01-1361-8BB4-1EC2-22A5CCA962E4}"/>
          </ac:picMkLst>
        </pc:picChg>
        <pc:picChg chg="add mod">
          <ac:chgData name="Landon Moeller" userId="6c4ecec8-6927-4d7a-893c-9d1afafa0b65" providerId="ADAL" clId="{2C975B97-2FAE-4319-AB75-4CE6C0B2A434}" dt="2026-03-02T03:34:09.919" v="3277" actId="1076"/>
          <ac:picMkLst>
            <pc:docMk/>
            <pc:sldMk cId="2658663733" sldId="281"/>
            <ac:picMk id="12" creationId="{BBBB7FAC-D65D-8F0A-A6BE-FB2EFE710F3B}"/>
          </ac:picMkLst>
        </pc:picChg>
        <pc:picChg chg="mod">
          <ac:chgData name="Landon Moeller" userId="6c4ecec8-6927-4d7a-893c-9d1afafa0b65" providerId="ADAL" clId="{2C975B97-2FAE-4319-AB75-4CE6C0B2A434}" dt="2026-03-02T03:36:08.310" v="3286" actId="14100"/>
          <ac:picMkLst>
            <pc:docMk/>
            <pc:sldMk cId="2658663733" sldId="281"/>
            <ac:picMk id="18" creationId="{6B58A98A-EBB9-943D-831B-2AF76C83AE09}"/>
          </ac:picMkLst>
        </pc:picChg>
      </pc:sldChg>
      <pc:sldChg chg="addSp modSp mod">
        <pc:chgData name="Landon Moeller" userId="6c4ecec8-6927-4d7a-893c-9d1afafa0b65" providerId="ADAL" clId="{2C975B97-2FAE-4319-AB75-4CE6C0B2A434}" dt="2026-03-02T04:33:35.081" v="4524" actId="207"/>
        <pc:sldMkLst>
          <pc:docMk/>
          <pc:sldMk cId="2375238402" sldId="283"/>
        </pc:sldMkLst>
        <pc:spChg chg="mod">
          <ac:chgData name="Landon Moeller" userId="6c4ecec8-6927-4d7a-893c-9d1afafa0b65" providerId="ADAL" clId="{2C975B97-2FAE-4319-AB75-4CE6C0B2A434}" dt="2026-03-02T04:33:35.081" v="4524" actId="207"/>
          <ac:spMkLst>
            <pc:docMk/>
            <pc:sldMk cId="2375238402" sldId="283"/>
            <ac:spMk id="3" creationId="{31C0743F-CB04-2EFE-7FBC-42F72085D0EA}"/>
          </ac:spMkLst>
        </pc:spChg>
      </pc:sldChg>
    </pc:docChg>
  </pc:docChgLst>
  <pc:docChgLst>
    <pc:chgData name="Tyson Stewart" userId="S::z2039957@students.niu.edu::8e2b140b-85bc-4b41-b8fc-f7a99c36e0e2" providerId="AD" clId="Web-{1F22F3BB-1B87-77B8-AD9D-34517753942C}"/>
    <pc:docChg chg="delSld modSld sldOrd">
      <pc:chgData name="Tyson Stewart" userId="S::z2039957@students.niu.edu::8e2b140b-85bc-4b41-b8fc-f7a99c36e0e2" providerId="AD" clId="Web-{1F22F3BB-1B87-77B8-AD9D-34517753942C}" dt="2026-03-02T01:16:58.091" v="1409"/>
      <pc:docMkLst>
        <pc:docMk/>
      </pc:docMkLst>
      <pc:sldChg chg="addSp delSp modSp mod setBg modClrScheme chgLayout">
        <pc:chgData name="Tyson Stewart" userId="S::z2039957@students.niu.edu::8e2b140b-85bc-4b41-b8fc-f7a99c36e0e2" providerId="AD" clId="Web-{1F22F3BB-1B87-77B8-AD9D-34517753942C}" dt="2026-03-02T01:16:58.091" v="1409"/>
        <pc:sldMkLst>
          <pc:docMk/>
          <pc:sldMk cId="2528801175" sldId="257"/>
        </pc:sldMkLst>
        <pc:spChg chg="mod ord">
          <ac:chgData name="Tyson Stewart" userId="S::z2039957@students.niu.edu::8e2b140b-85bc-4b41-b8fc-f7a99c36e0e2" providerId="AD" clId="Web-{1F22F3BB-1B87-77B8-AD9D-34517753942C}" dt="2026-03-02T01:13:38.436" v="1407" actId="20577"/>
          <ac:spMkLst>
            <pc:docMk/>
            <pc:sldMk cId="2528801175" sldId="257"/>
            <ac:spMk id="2" creationId="{96BBAF02-FA1D-C16D-974F-B8EF346CADF6}"/>
          </ac:spMkLst>
        </pc:spChg>
        <pc:spChg chg="mod ord">
          <ac:chgData name="Tyson Stewart" userId="S::z2039957@students.niu.edu::8e2b140b-85bc-4b41-b8fc-f7a99c36e0e2" providerId="AD" clId="Web-{1F22F3BB-1B87-77B8-AD9D-34517753942C}" dt="2026-03-02T01:13:04.873" v="1402" actId="20577"/>
          <ac:spMkLst>
            <pc:docMk/>
            <pc:sldMk cId="2528801175" sldId="257"/>
            <ac:spMk id="3" creationId="{F79ACD16-DF9A-876F-0861-2CCB55360EF2}"/>
          </ac:spMkLst>
        </pc:spChg>
        <pc:spChg chg="add mod">
          <ac:chgData name="Tyson Stewart" userId="S::z2039957@students.niu.edu::8e2b140b-85bc-4b41-b8fc-f7a99c36e0e2" providerId="AD" clId="Web-{1F22F3BB-1B87-77B8-AD9D-34517753942C}" dt="2026-03-02T01:08:56.936" v="1389" actId="14100"/>
          <ac:spMkLst>
            <pc:docMk/>
            <pc:sldMk cId="2528801175" sldId="257"/>
            <ac:spMk id="6" creationId="{46BEC7AC-2FFD-2B44-42D4-B6639ADB2A49}"/>
          </ac:spMkLst>
        </pc:spChg>
        <pc:picChg chg="add mod ord">
          <ac:chgData name="Tyson Stewart" userId="S::z2039957@students.niu.edu::8e2b140b-85bc-4b41-b8fc-f7a99c36e0e2" providerId="AD" clId="Web-{1F22F3BB-1B87-77B8-AD9D-34517753942C}" dt="2026-03-02T00:58:55.066" v="1206" actId="14100"/>
          <ac:picMkLst>
            <pc:docMk/>
            <pc:sldMk cId="2528801175" sldId="257"/>
            <ac:picMk id="5" creationId="{47969F94-E3A7-0596-26C0-CC40E29FDE0C}"/>
          </ac:picMkLst>
        </pc:picChg>
      </pc:sldChg>
      <pc:sldChg chg="modSp">
        <pc:chgData name="Tyson Stewart" userId="S::z2039957@students.niu.edu::8e2b140b-85bc-4b41-b8fc-f7a99c36e0e2" providerId="AD" clId="Web-{1F22F3BB-1B87-77B8-AD9D-34517753942C}" dt="2026-03-01T21:20:31.790" v="723" actId="20577"/>
        <pc:sldMkLst>
          <pc:docMk/>
          <pc:sldMk cId="4165956437" sldId="258"/>
        </pc:sldMkLst>
        <pc:spChg chg="mod">
          <ac:chgData name="Tyson Stewart" userId="S::z2039957@students.niu.edu::8e2b140b-85bc-4b41-b8fc-f7a99c36e0e2" providerId="AD" clId="Web-{1F22F3BB-1B87-77B8-AD9D-34517753942C}" dt="2026-03-01T20:59:40.787" v="319" actId="20577"/>
          <ac:spMkLst>
            <pc:docMk/>
            <pc:sldMk cId="4165956437" sldId="258"/>
            <ac:spMk id="2" creationId="{88DD98A8-AD3C-B9EB-B591-8E860EF3409C}"/>
          </ac:spMkLst>
        </pc:spChg>
        <pc:spChg chg="mod">
          <ac:chgData name="Tyson Stewart" userId="S::z2039957@students.niu.edu::8e2b140b-85bc-4b41-b8fc-f7a99c36e0e2" providerId="AD" clId="Web-{1F22F3BB-1B87-77B8-AD9D-34517753942C}" dt="2026-03-01T21:20:31.790" v="723" actId="20577"/>
          <ac:spMkLst>
            <pc:docMk/>
            <pc:sldMk cId="4165956437" sldId="258"/>
            <ac:spMk id="3" creationId="{89FD802E-3646-3BCF-8F8A-5B4AF8A0A735}"/>
          </ac:spMkLst>
        </pc:spChg>
      </pc:sldChg>
      <pc:sldChg chg="modSp ord">
        <pc:chgData name="Tyson Stewart" userId="S::z2039957@students.niu.edu::8e2b140b-85bc-4b41-b8fc-f7a99c36e0e2" providerId="AD" clId="Web-{1F22F3BB-1B87-77B8-AD9D-34517753942C}" dt="2026-03-02T00:53:11.762" v="1193" actId="20577"/>
        <pc:sldMkLst>
          <pc:docMk/>
          <pc:sldMk cId="836972721" sldId="261"/>
        </pc:sldMkLst>
        <pc:spChg chg="mod">
          <ac:chgData name="Tyson Stewart" userId="S::z2039957@students.niu.edu::8e2b140b-85bc-4b41-b8fc-f7a99c36e0e2" providerId="AD" clId="Web-{1F22F3BB-1B87-77B8-AD9D-34517753942C}" dt="2026-03-02T00:53:11.762" v="1193" actId="20577"/>
          <ac:spMkLst>
            <pc:docMk/>
            <pc:sldMk cId="836972721" sldId="261"/>
            <ac:spMk id="3" creationId="{5AC11B74-B908-F846-1AD0-4E5A96913113}"/>
          </ac:spMkLst>
        </pc:spChg>
      </pc:sldChg>
    </pc:docChg>
  </pc:docChgLst>
  <pc:docChgLst>
    <pc:chgData name="Owen Cutinello" userId="S::z2015426@students.niu.edu::8e439275-a909-42ed-8170-28f703da3109" providerId="AD" clId="Web-{62F5801F-7DE3-490D-BD1F-844C48E72E55}"/>
    <pc:docChg chg="addSld delSld">
      <pc:chgData name="Owen Cutinello" userId="S::z2015426@students.niu.edu::8e439275-a909-42ed-8170-28f703da3109" providerId="AD" clId="Web-{62F5801F-7DE3-490D-BD1F-844C48E72E55}" dt="2026-03-03T01:43:28.764" v="1"/>
      <pc:docMkLst>
        <pc:docMk/>
      </pc:docMkLst>
      <pc:sldChg chg="new del">
        <pc:chgData name="Owen Cutinello" userId="S::z2015426@students.niu.edu::8e439275-a909-42ed-8170-28f703da3109" providerId="AD" clId="Web-{62F5801F-7DE3-490D-BD1F-844C48E72E55}" dt="2026-03-03T01:43:28.764" v="1"/>
        <pc:sldMkLst>
          <pc:docMk/>
          <pc:sldMk cId="3963131631" sldId="284"/>
        </pc:sldMkLst>
      </pc:sldChg>
    </pc:docChg>
  </pc:docChgLst>
  <pc:docChgLst>
    <pc:chgData name="Matthew Woods" userId="S::z2067091@students.niu.edu::6123b5f2-a748-40e4-822a-d8d2e65ed02e" providerId="AD" clId="Web-{84EB0398-429E-95AC-D237-85FCDE9DEAD1}"/>
    <pc:docChg chg="modSld">
      <pc:chgData name="Matthew Woods" userId="S::z2067091@students.niu.edu::6123b5f2-a748-40e4-822a-d8d2e65ed02e" providerId="AD" clId="Web-{84EB0398-429E-95AC-D237-85FCDE9DEAD1}" dt="2026-02-25T16:24:38.107" v="7"/>
      <pc:docMkLst>
        <pc:docMk/>
      </pc:docMkLst>
      <pc:sldChg chg="modSp">
        <pc:chgData name="Matthew Woods" userId="S::z2067091@students.niu.edu::6123b5f2-a748-40e4-822a-d8d2e65ed02e" providerId="AD" clId="Web-{84EB0398-429E-95AC-D237-85FCDE9DEAD1}" dt="2026-02-25T16:24:38.107" v="7"/>
        <pc:sldMkLst>
          <pc:docMk/>
          <pc:sldMk cId="1753870251" sldId="275"/>
        </pc:sldMkLst>
        <pc:graphicFrameChg chg="modGraphic">
          <ac:chgData name="Matthew Woods" userId="S::z2067091@students.niu.edu::6123b5f2-a748-40e4-822a-d8d2e65ed02e" providerId="AD" clId="Web-{84EB0398-429E-95AC-D237-85FCDE9DEAD1}" dt="2026-02-25T16:24:38.107" v="7"/>
          <ac:graphicFrameMkLst>
            <pc:docMk/>
            <pc:sldMk cId="1753870251" sldId="275"/>
            <ac:graphicFrameMk id="7" creationId="{1B25C54D-B0F7-8E2A-F2D9-52129C4C7A18}"/>
          </ac:graphicFrameMkLst>
        </pc:graphicFrameChg>
        <pc:graphicFrameChg chg="modGraphic">
          <ac:chgData name="Matthew Woods" userId="S::z2067091@students.niu.edu::6123b5f2-a748-40e4-822a-d8d2e65ed02e" providerId="AD" clId="Web-{84EB0398-429E-95AC-D237-85FCDE9DEAD1}" dt="2026-02-25T16:20:20.094" v="5"/>
          <ac:graphicFrameMkLst>
            <pc:docMk/>
            <pc:sldMk cId="1753870251" sldId="275"/>
            <ac:graphicFrameMk id="11" creationId="{9FEDE343-5761-93E2-0A02-5B6C41AF953A}"/>
          </ac:graphicFrameMkLst>
        </pc:graphicFrameChg>
      </pc:sldChg>
    </pc:docChg>
  </pc:docChgLst>
  <pc:docChgLst>
    <pc:chgData name="Tyson Stewart" userId="S::z2039957@students.niu.edu::8e2b140b-85bc-4b41-b8fc-f7a99c36e0e2" providerId="AD" clId="Web-{2CF66461-0F1F-E7A0-31DB-0FE0FC929635}"/>
    <pc:docChg chg="modSld">
      <pc:chgData name="Tyson Stewart" userId="S::z2039957@students.niu.edu::8e2b140b-85bc-4b41-b8fc-f7a99c36e0e2" providerId="AD" clId="Web-{2CF66461-0F1F-E7A0-31DB-0FE0FC929635}" dt="2026-03-04T15:14:07.792" v="2" actId="20577"/>
      <pc:docMkLst>
        <pc:docMk/>
      </pc:docMkLst>
      <pc:sldChg chg="modSp">
        <pc:chgData name="Tyson Stewart" userId="S::z2039957@students.niu.edu::8e2b140b-85bc-4b41-b8fc-f7a99c36e0e2" providerId="AD" clId="Web-{2CF66461-0F1F-E7A0-31DB-0FE0FC929635}" dt="2026-03-04T15:14:07.792" v="2" actId="20577"/>
        <pc:sldMkLst>
          <pc:docMk/>
          <pc:sldMk cId="28047482" sldId="260"/>
        </pc:sldMkLst>
        <pc:spChg chg="mod">
          <ac:chgData name="Tyson Stewart" userId="S::z2039957@students.niu.edu::8e2b140b-85bc-4b41-b8fc-f7a99c36e0e2" providerId="AD" clId="Web-{2CF66461-0F1F-E7A0-31DB-0FE0FC929635}" dt="2026-03-04T15:14:07.792" v="2" actId="20577"/>
          <ac:spMkLst>
            <pc:docMk/>
            <pc:sldMk cId="28047482" sldId="260"/>
            <ac:spMk id="3" creationId="{98A18BF7-2D9B-7C68-C564-5339AB1205A0}"/>
          </ac:spMkLst>
        </pc:spChg>
      </pc:sldChg>
    </pc:docChg>
  </pc:docChgLst>
  <pc:docChgLst>
    <pc:chgData name="Tyson Stewart" userId="S::z2039957@students.niu.edu::8e2b140b-85bc-4b41-b8fc-f7a99c36e0e2" providerId="AD" clId="Web-{5D7F19F5-55B3-E438-23E6-6336160D00C6}"/>
    <pc:docChg chg="modSld">
      <pc:chgData name="Tyson Stewart" userId="S::z2039957@students.niu.edu::8e2b140b-85bc-4b41-b8fc-f7a99c36e0e2" providerId="AD" clId="Web-{5D7F19F5-55B3-E438-23E6-6336160D00C6}" dt="2026-02-25T16:24:38.341" v="3"/>
      <pc:docMkLst>
        <pc:docMk/>
      </pc:docMkLst>
      <pc:sldChg chg="modSp">
        <pc:chgData name="Tyson Stewart" userId="S::z2039957@students.niu.edu::8e2b140b-85bc-4b41-b8fc-f7a99c36e0e2" providerId="AD" clId="Web-{5D7F19F5-55B3-E438-23E6-6336160D00C6}" dt="2026-02-25T16:24:38.341" v="3"/>
        <pc:sldMkLst>
          <pc:docMk/>
          <pc:sldMk cId="1753870251" sldId="275"/>
        </pc:sldMkLst>
        <pc:graphicFrameChg chg="modGraphic">
          <ac:chgData name="Tyson Stewart" userId="S::z2039957@students.niu.edu::8e2b140b-85bc-4b41-b8fc-f7a99c36e0e2" providerId="AD" clId="Web-{5D7F19F5-55B3-E438-23E6-6336160D00C6}" dt="2026-02-25T16:24:38.341" v="3"/>
          <ac:graphicFrameMkLst>
            <pc:docMk/>
            <pc:sldMk cId="1753870251" sldId="275"/>
            <ac:graphicFrameMk id="7" creationId="{1B25C54D-B0F7-8E2A-F2D9-52129C4C7A18}"/>
          </ac:graphicFrameMkLst>
        </pc:graphicFrameChg>
        <pc:graphicFrameChg chg="modGraphic">
          <ac:chgData name="Tyson Stewart" userId="S::z2039957@students.niu.edu::8e2b140b-85bc-4b41-b8fc-f7a99c36e0e2" providerId="AD" clId="Web-{5D7F19F5-55B3-E438-23E6-6336160D00C6}" dt="2026-02-25T16:20:21.249" v="1"/>
          <ac:graphicFrameMkLst>
            <pc:docMk/>
            <pc:sldMk cId="1753870251" sldId="275"/>
            <ac:graphicFrameMk id="11" creationId="{9FEDE343-5761-93E2-0A02-5B6C41AF953A}"/>
          </ac:graphicFrameMkLst>
        </pc:graphicFrameChg>
      </pc:sldChg>
    </pc:docChg>
  </pc:docChgLst>
  <pc:docChgLst>
    <pc:chgData name="Tyson Stewart" userId="8e2b140b-85bc-4b41-b8fc-f7a99c36e0e2" providerId="ADAL" clId="{075AAA6C-F185-4AC3-8D32-0A82B8AC997B}"/>
    <pc:docChg chg="undo redo custSel addSld delSld modSld delMainMaster modMainMaster">
      <pc:chgData name="Tyson Stewart" userId="8e2b140b-85bc-4b41-b8fc-f7a99c36e0e2" providerId="ADAL" clId="{075AAA6C-F185-4AC3-8D32-0A82B8AC997B}" dt="2026-03-02T04:39:38.321" v="3208" actId="20577"/>
      <pc:docMkLst>
        <pc:docMk/>
      </pc:docMkLst>
      <pc:sldChg chg="addSp modSp mod setBg">
        <pc:chgData name="Tyson Stewart" userId="8e2b140b-85bc-4b41-b8fc-f7a99c36e0e2" providerId="ADAL" clId="{075AAA6C-F185-4AC3-8D32-0A82B8AC997B}" dt="2026-03-02T03:11:14.382" v="2648" actId="14838"/>
        <pc:sldMkLst>
          <pc:docMk/>
          <pc:sldMk cId="109857222" sldId="256"/>
        </pc:sldMkLst>
        <pc:spChg chg="mod">
          <ac:chgData name="Tyson Stewart" userId="8e2b140b-85bc-4b41-b8fc-f7a99c36e0e2" providerId="ADAL" clId="{075AAA6C-F185-4AC3-8D32-0A82B8AC997B}" dt="2026-03-02T03:11:07.163" v="2647" actId="14838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Tyson Stewart" userId="8e2b140b-85bc-4b41-b8fc-f7a99c36e0e2" providerId="ADAL" clId="{075AAA6C-F185-4AC3-8D32-0A82B8AC997B}" dt="2026-03-02T03:11:14.382" v="2648" actId="14838"/>
          <ac:spMkLst>
            <pc:docMk/>
            <pc:sldMk cId="109857222" sldId="256"/>
            <ac:spMk id="3" creationId="{00000000-0000-0000-0000-000000000000}"/>
          </ac:spMkLst>
        </pc:spChg>
        <pc:picChg chg="mod">
          <ac:chgData name="Tyson Stewart" userId="8e2b140b-85bc-4b41-b8fc-f7a99c36e0e2" providerId="ADAL" clId="{075AAA6C-F185-4AC3-8D32-0A82B8AC997B}" dt="2026-03-02T03:07:47.629" v="2646" actId="1076"/>
          <ac:picMkLst>
            <pc:docMk/>
            <pc:sldMk cId="109857222" sldId="256"/>
            <ac:picMk id="1026" creationId="{C8A8E24C-16EB-F0C1-EAE6-9C41E2101AF1}"/>
          </ac:picMkLst>
        </pc:picChg>
        <pc:picChg chg="add mod">
          <ac:chgData name="Tyson Stewart" userId="8e2b140b-85bc-4b41-b8fc-f7a99c36e0e2" providerId="ADAL" clId="{075AAA6C-F185-4AC3-8D32-0A82B8AC997B}" dt="2026-03-02T03:06:27.303" v="2645" actId="1076"/>
          <ac:picMkLst>
            <pc:docMk/>
            <pc:sldMk cId="109857222" sldId="256"/>
            <ac:picMk id="2050" creationId="{07028651-CFA1-5341-9BE9-FFD6652DA08A}"/>
          </ac:picMkLst>
        </pc:picChg>
        <pc:cxnChg chg="mod">
          <ac:chgData name="Tyson Stewart" userId="8e2b140b-85bc-4b41-b8fc-f7a99c36e0e2" providerId="ADAL" clId="{075AAA6C-F185-4AC3-8D32-0A82B8AC997B}" dt="2026-03-02T02:59:39.590" v="2619" actId="208"/>
          <ac:cxnSpMkLst>
            <pc:docMk/>
            <pc:sldMk cId="109857222" sldId="256"/>
            <ac:cxnSpMk id="5" creationId="{035242C2-2FD5-49FE-D18C-B567A4DFC5D3}"/>
          </ac:cxnSpMkLst>
        </pc:cxnChg>
      </pc:sldChg>
      <pc:sldChg chg="modSp mod setBg">
        <pc:chgData name="Tyson Stewart" userId="8e2b140b-85bc-4b41-b8fc-f7a99c36e0e2" providerId="ADAL" clId="{075AAA6C-F185-4AC3-8D32-0A82B8AC997B}" dt="2026-03-02T04:38:21.836" v="3195" actId="20577"/>
        <pc:sldMkLst>
          <pc:docMk/>
          <pc:sldMk cId="2528801175" sldId="257"/>
        </pc:sldMkLst>
        <pc:spChg chg="mod">
          <ac:chgData name="Tyson Stewart" userId="8e2b140b-85bc-4b41-b8fc-f7a99c36e0e2" providerId="ADAL" clId="{075AAA6C-F185-4AC3-8D32-0A82B8AC997B}" dt="2026-03-02T01:40:08.400" v="2362" actId="14838"/>
          <ac:spMkLst>
            <pc:docMk/>
            <pc:sldMk cId="2528801175" sldId="257"/>
            <ac:spMk id="2" creationId="{96BBAF02-FA1D-C16D-974F-B8EF346CADF6}"/>
          </ac:spMkLst>
        </pc:spChg>
        <pc:spChg chg="mod">
          <ac:chgData name="Tyson Stewart" userId="8e2b140b-85bc-4b41-b8fc-f7a99c36e0e2" providerId="ADAL" clId="{075AAA6C-F185-4AC3-8D32-0A82B8AC997B}" dt="2026-03-02T04:38:21.836" v="3195" actId="20577"/>
          <ac:spMkLst>
            <pc:docMk/>
            <pc:sldMk cId="2528801175" sldId="257"/>
            <ac:spMk id="3" creationId="{F79ACD16-DF9A-876F-0861-2CCB55360EF2}"/>
          </ac:spMkLst>
        </pc:spChg>
        <pc:spChg chg="mod">
          <ac:chgData name="Tyson Stewart" userId="8e2b140b-85bc-4b41-b8fc-f7a99c36e0e2" providerId="ADAL" clId="{075AAA6C-F185-4AC3-8D32-0A82B8AC997B}" dt="2026-03-02T03:48:06.022" v="2845" actId="1076"/>
          <ac:spMkLst>
            <pc:docMk/>
            <pc:sldMk cId="2528801175" sldId="257"/>
            <ac:spMk id="6" creationId="{46BEC7AC-2FFD-2B44-42D4-B6639ADB2A49}"/>
          </ac:spMkLst>
        </pc:spChg>
      </pc:sldChg>
      <pc:sldChg chg="modSp mod">
        <pc:chgData name="Tyson Stewart" userId="8e2b140b-85bc-4b41-b8fc-f7a99c36e0e2" providerId="ADAL" clId="{075AAA6C-F185-4AC3-8D32-0A82B8AC997B}" dt="2026-03-02T04:36:09.540" v="3044" actId="313"/>
        <pc:sldMkLst>
          <pc:docMk/>
          <pc:sldMk cId="4165956437" sldId="258"/>
        </pc:sldMkLst>
        <pc:spChg chg="mod">
          <ac:chgData name="Tyson Stewart" userId="8e2b140b-85bc-4b41-b8fc-f7a99c36e0e2" providerId="ADAL" clId="{075AAA6C-F185-4AC3-8D32-0A82B8AC997B}" dt="2026-03-02T01:58:14.886" v="2385" actId="14838"/>
          <ac:spMkLst>
            <pc:docMk/>
            <pc:sldMk cId="4165956437" sldId="258"/>
            <ac:spMk id="2" creationId="{88DD98A8-AD3C-B9EB-B591-8E860EF3409C}"/>
          </ac:spMkLst>
        </pc:spChg>
        <pc:spChg chg="mod">
          <ac:chgData name="Tyson Stewart" userId="8e2b140b-85bc-4b41-b8fc-f7a99c36e0e2" providerId="ADAL" clId="{075AAA6C-F185-4AC3-8D32-0A82B8AC997B}" dt="2026-03-02T04:36:09.540" v="3044" actId="313"/>
          <ac:spMkLst>
            <pc:docMk/>
            <pc:sldMk cId="4165956437" sldId="258"/>
            <ac:spMk id="3" creationId="{89FD802E-3646-3BCF-8F8A-5B4AF8A0A735}"/>
          </ac:spMkLst>
        </pc:spChg>
      </pc:sldChg>
      <pc:sldChg chg="addSp delSp modSp mod">
        <pc:chgData name="Tyson Stewart" userId="8e2b140b-85bc-4b41-b8fc-f7a99c36e0e2" providerId="ADAL" clId="{075AAA6C-F185-4AC3-8D32-0A82B8AC997B}" dt="2026-03-02T04:03:06.390" v="2888" actId="27636"/>
        <pc:sldMkLst>
          <pc:docMk/>
          <pc:sldMk cId="2141198516" sldId="259"/>
        </pc:sldMkLst>
        <pc:spChg chg="mod">
          <ac:chgData name="Tyson Stewart" userId="8e2b140b-85bc-4b41-b8fc-f7a99c36e0e2" providerId="ADAL" clId="{075AAA6C-F185-4AC3-8D32-0A82B8AC997B}" dt="2026-03-02T03:44:42.053" v="2807" actId="20577"/>
          <ac:spMkLst>
            <pc:docMk/>
            <pc:sldMk cId="2141198516" sldId="259"/>
            <ac:spMk id="2" creationId="{7F9E5998-C03A-48D7-F978-4AF77E0D9BEA}"/>
          </ac:spMkLst>
        </pc:spChg>
        <pc:spChg chg="add del mod">
          <ac:chgData name="Tyson Stewart" userId="8e2b140b-85bc-4b41-b8fc-f7a99c36e0e2" providerId="ADAL" clId="{075AAA6C-F185-4AC3-8D32-0A82B8AC997B}" dt="2026-03-02T04:03:06.390" v="2888" actId="27636"/>
          <ac:spMkLst>
            <pc:docMk/>
            <pc:sldMk cId="2141198516" sldId="259"/>
            <ac:spMk id="3" creationId="{3CBA8E3C-FF61-E16A-CA69-6BEDF499F984}"/>
          </ac:spMkLst>
        </pc:spChg>
      </pc:sldChg>
      <pc:sldChg chg="modSp mod">
        <pc:chgData name="Tyson Stewart" userId="8e2b140b-85bc-4b41-b8fc-f7a99c36e0e2" providerId="ADAL" clId="{075AAA6C-F185-4AC3-8D32-0A82B8AC997B}" dt="2026-03-02T02:00:13.196" v="2406" actId="14838"/>
        <pc:sldMkLst>
          <pc:docMk/>
          <pc:sldMk cId="28047482" sldId="260"/>
        </pc:sldMkLst>
        <pc:spChg chg="mod">
          <ac:chgData name="Tyson Stewart" userId="8e2b140b-85bc-4b41-b8fc-f7a99c36e0e2" providerId="ADAL" clId="{075AAA6C-F185-4AC3-8D32-0A82B8AC997B}" dt="2026-03-02T02:00:07.661" v="2405" actId="14838"/>
          <ac:spMkLst>
            <pc:docMk/>
            <pc:sldMk cId="28047482" sldId="260"/>
            <ac:spMk id="2" creationId="{1CE061C4-DC85-AC34-891B-FC9EB4F60A2F}"/>
          </ac:spMkLst>
        </pc:spChg>
        <pc:spChg chg="mod">
          <ac:chgData name="Tyson Stewart" userId="8e2b140b-85bc-4b41-b8fc-f7a99c36e0e2" providerId="ADAL" clId="{075AAA6C-F185-4AC3-8D32-0A82B8AC997B}" dt="2026-03-02T02:00:13.196" v="2406" actId="14838"/>
          <ac:spMkLst>
            <pc:docMk/>
            <pc:sldMk cId="28047482" sldId="260"/>
            <ac:spMk id="3" creationId="{98A18BF7-2D9B-7C68-C564-5339AB1205A0}"/>
          </ac:spMkLst>
        </pc:spChg>
      </pc:sldChg>
      <pc:sldChg chg="addSp delSp modSp mod">
        <pc:chgData name="Tyson Stewart" userId="8e2b140b-85bc-4b41-b8fc-f7a99c36e0e2" providerId="ADAL" clId="{075AAA6C-F185-4AC3-8D32-0A82B8AC997B}" dt="2026-03-02T04:39:22.531" v="3207" actId="20577"/>
        <pc:sldMkLst>
          <pc:docMk/>
          <pc:sldMk cId="836972721" sldId="261"/>
        </pc:sldMkLst>
        <pc:spChg chg="mod">
          <ac:chgData name="Tyson Stewart" userId="8e2b140b-85bc-4b41-b8fc-f7a99c36e0e2" providerId="ADAL" clId="{075AAA6C-F185-4AC3-8D32-0A82B8AC997B}" dt="2026-03-02T01:58:36.193" v="2390" actId="14838"/>
          <ac:spMkLst>
            <pc:docMk/>
            <pc:sldMk cId="836972721" sldId="261"/>
            <ac:spMk id="2" creationId="{D01F7200-3333-FF3F-3BEA-803F634630CA}"/>
          </ac:spMkLst>
        </pc:spChg>
        <pc:spChg chg="mod">
          <ac:chgData name="Tyson Stewart" userId="8e2b140b-85bc-4b41-b8fc-f7a99c36e0e2" providerId="ADAL" clId="{075AAA6C-F185-4AC3-8D32-0A82B8AC997B}" dt="2026-03-02T04:39:22.531" v="3207" actId="20577"/>
          <ac:spMkLst>
            <pc:docMk/>
            <pc:sldMk cId="836972721" sldId="261"/>
            <ac:spMk id="3" creationId="{5AC11B74-B908-F846-1AD0-4E5A96913113}"/>
          </ac:spMkLst>
        </pc:spChg>
        <pc:picChg chg="add mod">
          <ac:chgData name="Tyson Stewart" userId="8e2b140b-85bc-4b41-b8fc-f7a99c36e0e2" providerId="ADAL" clId="{075AAA6C-F185-4AC3-8D32-0A82B8AC997B}" dt="2026-03-02T02:58:42.804" v="2613" actId="1036"/>
          <ac:picMkLst>
            <pc:docMk/>
            <pc:sldMk cId="836972721" sldId="261"/>
            <ac:picMk id="5" creationId="{D1838A0D-1331-F051-230B-3F443B4C72CB}"/>
          </ac:picMkLst>
        </pc:picChg>
        <pc:picChg chg="add mod">
          <ac:chgData name="Tyson Stewart" userId="8e2b140b-85bc-4b41-b8fc-f7a99c36e0e2" providerId="ADAL" clId="{075AAA6C-F185-4AC3-8D32-0A82B8AC997B}" dt="2026-03-02T02:58:44.383" v="2618" actId="1036"/>
          <ac:picMkLst>
            <pc:docMk/>
            <pc:sldMk cId="836972721" sldId="261"/>
            <ac:picMk id="7" creationId="{A85B540B-0C11-CFA8-77B1-A11B222FD703}"/>
          </ac:picMkLst>
        </pc:picChg>
        <pc:picChg chg="add mod">
          <ac:chgData name="Tyson Stewart" userId="8e2b140b-85bc-4b41-b8fc-f7a99c36e0e2" providerId="ADAL" clId="{075AAA6C-F185-4AC3-8D32-0A82B8AC997B}" dt="2026-03-02T02:58:40.680" v="2608" actId="1036"/>
          <ac:picMkLst>
            <pc:docMk/>
            <pc:sldMk cId="836972721" sldId="261"/>
            <ac:picMk id="11" creationId="{5CE33A1E-7851-2AF2-E7E5-60550F0A8C58}"/>
          </ac:picMkLst>
        </pc:picChg>
      </pc:sldChg>
      <pc:sldChg chg="modSp mod">
        <pc:chgData name="Tyson Stewart" userId="8e2b140b-85bc-4b41-b8fc-f7a99c36e0e2" providerId="ADAL" clId="{075AAA6C-F185-4AC3-8D32-0A82B8AC997B}" dt="2026-03-02T01:59:55.458" v="2402" actId="14838"/>
        <pc:sldMkLst>
          <pc:docMk/>
          <pc:sldMk cId="174257554" sldId="263"/>
        </pc:sldMkLst>
        <pc:spChg chg="mod">
          <ac:chgData name="Tyson Stewart" userId="8e2b140b-85bc-4b41-b8fc-f7a99c36e0e2" providerId="ADAL" clId="{075AAA6C-F185-4AC3-8D32-0A82B8AC997B}" dt="2026-03-02T01:59:55.458" v="2402" actId="14838"/>
          <ac:spMkLst>
            <pc:docMk/>
            <pc:sldMk cId="174257554" sldId="263"/>
            <ac:spMk id="2" creationId="{04C861AE-6511-1D0B-A0AF-4ECAC910C862}"/>
          </ac:spMkLst>
        </pc:spChg>
      </pc:sldChg>
      <pc:sldChg chg="modSp mod">
        <pc:chgData name="Tyson Stewart" userId="8e2b140b-85bc-4b41-b8fc-f7a99c36e0e2" providerId="ADAL" clId="{075AAA6C-F185-4AC3-8D32-0A82B8AC997B}" dt="2026-03-02T01:59:14.900" v="2396" actId="14838"/>
        <pc:sldMkLst>
          <pc:docMk/>
          <pc:sldMk cId="2132610012" sldId="265"/>
        </pc:sldMkLst>
        <pc:spChg chg="mod">
          <ac:chgData name="Tyson Stewart" userId="8e2b140b-85bc-4b41-b8fc-f7a99c36e0e2" providerId="ADAL" clId="{075AAA6C-F185-4AC3-8D32-0A82B8AC997B}" dt="2026-03-02T01:59:10.038" v="2395" actId="14838"/>
          <ac:spMkLst>
            <pc:docMk/>
            <pc:sldMk cId="2132610012" sldId="265"/>
            <ac:spMk id="2" creationId="{5C87B49C-4181-8C2B-BBBF-11F4ADCF43A1}"/>
          </ac:spMkLst>
        </pc:spChg>
        <pc:spChg chg="mod">
          <ac:chgData name="Tyson Stewart" userId="8e2b140b-85bc-4b41-b8fc-f7a99c36e0e2" providerId="ADAL" clId="{075AAA6C-F185-4AC3-8D32-0A82B8AC997B}" dt="2026-03-02T01:59:14.900" v="2396" actId="14838"/>
          <ac:spMkLst>
            <pc:docMk/>
            <pc:sldMk cId="2132610012" sldId="265"/>
            <ac:spMk id="3" creationId="{CA15B158-DCE3-FD01-005F-3ED1BA277392}"/>
          </ac:spMkLst>
        </pc:spChg>
      </pc:sldChg>
      <pc:sldChg chg="modSp mod">
        <pc:chgData name="Tyson Stewart" userId="8e2b140b-85bc-4b41-b8fc-f7a99c36e0e2" providerId="ADAL" clId="{075AAA6C-F185-4AC3-8D32-0A82B8AC997B}" dt="2026-03-02T01:58:50.547" v="2393" actId="14838"/>
        <pc:sldMkLst>
          <pc:docMk/>
          <pc:sldMk cId="2441228111" sldId="266"/>
        </pc:sldMkLst>
        <pc:spChg chg="mod">
          <ac:chgData name="Tyson Stewart" userId="8e2b140b-85bc-4b41-b8fc-f7a99c36e0e2" providerId="ADAL" clId="{075AAA6C-F185-4AC3-8D32-0A82B8AC997B}" dt="2026-03-02T01:58:45.055" v="2392" actId="207"/>
          <ac:spMkLst>
            <pc:docMk/>
            <pc:sldMk cId="2441228111" sldId="266"/>
            <ac:spMk id="2" creationId="{13E9D030-DB5E-0EA3-EA70-49F3712BF3AB}"/>
          </ac:spMkLst>
        </pc:spChg>
        <pc:spChg chg="mod">
          <ac:chgData name="Tyson Stewart" userId="8e2b140b-85bc-4b41-b8fc-f7a99c36e0e2" providerId="ADAL" clId="{075AAA6C-F185-4AC3-8D32-0A82B8AC997B}" dt="2026-03-02T01:58:50.547" v="2393" actId="14838"/>
          <ac:spMkLst>
            <pc:docMk/>
            <pc:sldMk cId="2441228111" sldId="266"/>
            <ac:spMk id="3" creationId="{45A2B95E-6C12-2A89-0987-375CD5BC3DC5}"/>
          </ac:spMkLst>
        </pc:spChg>
      </pc:sldChg>
      <pc:sldChg chg="modSp mod">
        <pc:chgData name="Tyson Stewart" userId="8e2b140b-85bc-4b41-b8fc-f7a99c36e0e2" providerId="ADAL" clId="{075AAA6C-F185-4AC3-8D32-0A82B8AC997B}" dt="2026-03-02T01:58:28.356" v="2388" actId="14838"/>
        <pc:sldMkLst>
          <pc:docMk/>
          <pc:sldMk cId="1836032968" sldId="270"/>
        </pc:sldMkLst>
        <pc:spChg chg="mod">
          <ac:chgData name="Tyson Stewart" userId="8e2b140b-85bc-4b41-b8fc-f7a99c36e0e2" providerId="ADAL" clId="{075AAA6C-F185-4AC3-8D32-0A82B8AC997B}" dt="2026-03-02T01:58:28.356" v="2388" actId="14838"/>
          <ac:spMkLst>
            <pc:docMk/>
            <pc:sldMk cId="1836032968" sldId="270"/>
            <ac:spMk id="2" creationId="{D68935AD-BE44-3713-7620-761E7143DEB3}"/>
          </ac:spMkLst>
        </pc:spChg>
      </pc:sldChg>
      <pc:sldChg chg="modSp mod">
        <pc:chgData name="Tyson Stewart" userId="8e2b140b-85bc-4b41-b8fc-f7a99c36e0e2" providerId="ADAL" clId="{075AAA6C-F185-4AC3-8D32-0A82B8AC997B}" dt="2026-03-02T01:59:44.070" v="2401" actId="14838"/>
        <pc:sldMkLst>
          <pc:docMk/>
          <pc:sldMk cId="1753870251" sldId="275"/>
        </pc:sldMkLst>
        <pc:spChg chg="mod">
          <ac:chgData name="Tyson Stewart" userId="8e2b140b-85bc-4b41-b8fc-f7a99c36e0e2" providerId="ADAL" clId="{075AAA6C-F185-4AC3-8D32-0A82B8AC997B}" dt="2026-03-02T01:59:34.565" v="2399" actId="14838"/>
          <ac:spMkLst>
            <pc:docMk/>
            <pc:sldMk cId="1753870251" sldId="275"/>
            <ac:spMk id="2" creationId="{4F33AE8D-1B88-2C98-510E-96EC2B171E07}"/>
          </ac:spMkLst>
        </pc:spChg>
        <pc:spChg chg="mod">
          <ac:chgData name="Tyson Stewart" userId="8e2b140b-85bc-4b41-b8fc-f7a99c36e0e2" providerId="ADAL" clId="{075AAA6C-F185-4AC3-8D32-0A82B8AC997B}" dt="2026-03-02T01:59:40.471" v="2400" actId="14838"/>
          <ac:spMkLst>
            <pc:docMk/>
            <pc:sldMk cId="1753870251" sldId="275"/>
            <ac:spMk id="12" creationId="{01915019-5A27-3959-58E5-FF941280A706}"/>
          </ac:spMkLst>
        </pc:spChg>
      </pc:sldChg>
      <pc:sldChg chg="setBg">
        <pc:chgData name="Tyson Stewart" userId="8e2b140b-85bc-4b41-b8fc-f7a99c36e0e2" providerId="ADAL" clId="{075AAA6C-F185-4AC3-8D32-0A82B8AC997B}" dt="2026-03-02T01:47:03.635" v="2364"/>
        <pc:sldMkLst>
          <pc:docMk/>
          <pc:sldMk cId="1893910408" sldId="277"/>
        </pc:sldMkLst>
      </pc:sldChg>
      <pc:sldChg chg="setBg">
        <pc:chgData name="Tyson Stewart" userId="8e2b140b-85bc-4b41-b8fc-f7a99c36e0e2" providerId="ADAL" clId="{075AAA6C-F185-4AC3-8D32-0A82B8AC997B}" dt="2026-03-02T01:47:03.635" v="2364"/>
        <pc:sldMkLst>
          <pc:docMk/>
          <pc:sldMk cId="1583385971" sldId="278"/>
        </pc:sldMkLst>
      </pc:sldChg>
      <pc:sldChg chg="modSp mod">
        <pc:chgData name="Tyson Stewart" userId="8e2b140b-85bc-4b41-b8fc-f7a99c36e0e2" providerId="ADAL" clId="{075AAA6C-F185-4AC3-8D32-0A82B8AC997B}" dt="2026-03-02T01:59:20.691" v="2397" actId="207"/>
        <pc:sldMkLst>
          <pc:docMk/>
          <pc:sldMk cId="2994264675" sldId="279"/>
        </pc:sldMkLst>
        <pc:spChg chg="mod">
          <ac:chgData name="Tyson Stewart" userId="8e2b140b-85bc-4b41-b8fc-f7a99c36e0e2" providerId="ADAL" clId="{075AAA6C-F185-4AC3-8D32-0A82B8AC997B}" dt="2026-03-02T01:59:20.691" v="2397" actId="207"/>
          <ac:spMkLst>
            <pc:docMk/>
            <pc:sldMk cId="2994264675" sldId="279"/>
            <ac:spMk id="2" creationId="{0DDAD67B-7E38-7155-535F-3A913863E955}"/>
          </ac:spMkLst>
        </pc:spChg>
        <pc:spChg chg="mod">
          <ac:chgData name="Tyson Stewart" userId="8e2b140b-85bc-4b41-b8fc-f7a99c36e0e2" providerId="ADAL" clId="{075AAA6C-F185-4AC3-8D32-0A82B8AC997B}" dt="2026-03-02T01:47:38.526" v="2369" actId="207"/>
          <ac:spMkLst>
            <pc:docMk/>
            <pc:sldMk cId="2994264675" sldId="279"/>
            <ac:spMk id="3" creationId="{963AAB24-1B61-6AF8-89A1-3A11502F8F71}"/>
          </ac:spMkLst>
        </pc:spChg>
      </pc:sldChg>
      <pc:sldChg chg="modSp new mod">
        <pc:chgData name="Tyson Stewart" userId="8e2b140b-85bc-4b41-b8fc-f7a99c36e0e2" providerId="ADAL" clId="{075AAA6C-F185-4AC3-8D32-0A82B8AC997B}" dt="2026-03-02T04:39:38.321" v="3208" actId="20577"/>
        <pc:sldMkLst>
          <pc:docMk/>
          <pc:sldMk cId="3952814197" sldId="280"/>
        </pc:sldMkLst>
        <pc:spChg chg="mod">
          <ac:chgData name="Tyson Stewart" userId="8e2b140b-85bc-4b41-b8fc-f7a99c36e0e2" providerId="ADAL" clId="{075AAA6C-F185-4AC3-8D32-0A82B8AC997B}" dt="2026-03-02T02:02:58.450" v="2546"/>
          <ac:spMkLst>
            <pc:docMk/>
            <pc:sldMk cId="3952814197" sldId="280"/>
            <ac:spMk id="2" creationId="{08B32A45-AD60-6D48-948D-4A0EFC2F71DD}"/>
          </ac:spMkLst>
        </pc:spChg>
        <pc:spChg chg="mod">
          <ac:chgData name="Tyson Stewart" userId="8e2b140b-85bc-4b41-b8fc-f7a99c36e0e2" providerId="ADAL" clId="{075AAA6C-F185-4AC3-8D32-0A82B8AC997B}" dt="2026-03-02T04:39:38.321" v="3208" actId="20577"/>
          <ac:spMkLst>
            <pc:docMk/>
            <pc:sldMk cId="3952814197" sldId="280"/>
            <ac:spMk id="3" creationId="{B31A2F79-B630-8CF0-1E4F-9611F34EF0C5}"/>
          </ac:spMkLst>
        </pc:spChg>
      </pc:sldChg>
      <pc:sldChg chg="addSp delSp modSp new mod">
        <pc:chgData name="Tyson Stewart" userId="8e2b140b-85bc-4b41-b8fc-f7a99c36e0e2" providerId="ADAL" clId="{075AAA6C-F185-4AC3-8D32-0A82B8AC997B}" dt="2026-03-02T03:33:03.210" v="2720" actId="14100"/>
        <pc:sldMkLst>
          <pc:docMk/>
          <pc:sldMk cId="46587167" sldId="282"/>
        </pc:sldMkLst>
        <pc:picChg chg="add mod">
          <ac:chgData name="Tyson Stewart" userId="8e2b140b-85bc-4b41-b8fc-f7a99c36e0e2" providerId="ADAL" clId="{075AAA6C-F185-4AC3-8D32-0A82B8AC997B}" dt="2026-03-02T03:33:03.210" v="2720" actId="14100"/>
          <ac:picMkLst>
            <pc:docMk/>
            <pc:sldMk cId="46587167" sldId="282"/>
            <ac:picMk id="5" creationId="{C5806908-0A32-58A5-B7CC-6D923858FD37}"/>
          </ac:picMkLst>
        </pc:picChg>
      </pc:sldChg>
      <pc:sldChg chg="modSp add mod">
        <pc:chgData name="Tyson Stewart" userId="8e2b140b-85bc-4b41-b8fc-f7a99c36e0e2" providerId="ADAL" clId="{075AAA6C-F185-4AC3-8D32-0A82B8AC997B}" dt="2026-03-02T04:03:16.544" v="2893" actId="20577"/>
        <pc:sldMkLst>
          <pc:docMk/>
          <pc:sldMk cId="2375238402" sldId="283"/>
        </pc:sldMkLst>
        <pc:spChg chg="mod">
          <ac:chgData name="Tyson Stewart" userId="8e2b140b-85bc-4b41-b8fc-f7a99c36e0e2" providerId="ADAL" clId="{075AAA6C-F185-4AC3-8D32-0A82B8AC997B}" dt="2026-03-02T04:03:16.544" v="2893" actId="20577"/>
          <ac:spMkLst>
            <pc:docMk/>
            <pc:sldMk cId="2375238402" sldId="283"/>
            <ac:spMk id="3" creationId="{31C0743F-CB04-2EFE-7FBC-42F72085D0EA}"/>
          </ac:spMkLst>
        </pc:spChg>
      </pc:sldChg>
      <pc:sldMasterChg chg="setBg modSldLayout">
        <pc:chgData name="Tyson Stewart" userId="8e2b140b-85bc-4b41-b8fc-f7a99c36e0e2" providerId="ADAL" clId="{075AAA6C-F185-4AC3-8D32-0A82B8AC997B}" dt="2026-03-02T01:47:03.635" v="2364"/>
        <pc:sldMasterMkLst>
          <pc:docMk/>
          <pc:sldMasterMk cId="2460954070" sldId="2147483660"/>
        </pc:sldMasterMkLst>
        <pc:sldLayoutChg chg="setBg">
          <pc:chgData name="Tyson Stewart" userId="8e2b140b-85bc-4b41-b8fc-f7a99c36e0e2" providerId="ADAL" clId="{075AAA6C-F185-4AC3-8D32-0A82B8AC997B}" dt="2026-03-02T01:47:03.635" v="2364"/>
          <pc:sldLayoutMkLst>
            <pc:docMk/>
            <pc:sldMasterMk cId="2460954070" sldId="2147483660"/>
            <pc:sldLayoutMk cId="2385387890" sldId="2147483661"/>
          </pc:sldLayoutMkLst>
        </pc:sldLayoutChg>
        <pc:sldLayoutChg chg="setBg">
          <pc:chgData name="Tyson Stewart" userId="8e2b140b-85bc-4b41-b8fc-f7a99c36e0e2" providerId="ADAL" clId="{075AAA6C-F185-4AC3-8D32-0A82B8AC997B}" dt="2026-03-02T01:47:03.635" v="2364"/>
          <pc:sldLayoutMkLst>
            <pc:docMk/>
            <pc:sldMasterMk cId="2460954070" sldId="2147483660"/>
            <pc:sldLayoutMk cId="949138452" sldId="2147483662"/>
          </pc:sldLayoutMkLst>
        </pc:sldLayoutChg>
        <pc:sldLayoutChg chg="setBg">
          <pc:chgData name="Tyson Stewart" userId="8e2b140b-85bc-4b41-b8fc-f7a99c36e0e2" providerId="ADAL" clId="{075AAA6C-F185-4AC3-8D32-0A82B8AC997B}" dt="2026-03-02T01:47:03.635" v="2364"/>
          <pc:sldLayoutMkLst>
            <pc:docMk/>
            <pc:sldMasterMk cId="2460954070" sldId="2147483660"/>
            <pc:sldLayoutMk cId="2591524520" sldId="2147483663"/>
          </pc:sldLayoutMkLst>
        </pc:sldLayoutChg>
        <pc:sldLayoutChg chg="setBg">
          <pc:chgData name="Tyson Stewart" userId="8e2b140b-85bc-4b41-b8fc-f7a99c36e0e2" providerId="ADAL" clId="{075AAA6C-F185-4AC3-8D32-0A82B8AC997B}" dt="2026-03-02T01:47:03.635" v="2364"/>
          <pc:sldLayoutMkLst>
            <pc:docMk/>
            <pc:sldMasterMk cId="2460954070" sldId="2147483660"/>
            <pc:sldLayoutMk cId="1203092039" sldId="2147483664"/>
          </pc:sldLayoutMkLst>
        </pc:sldLayoutChg>
        <pc:sldLayoutChg chg="setBg">
          <pc:chgData name="Tyson Stewart" userId="8e2b140b-85bc-4b41-b8fc-f7a99c36e0e2" providerId="ADAL" clId="{075AAA6C-F185-4AC3-8D32-0A82B8AC997B}" dt="2026-03-02T01:47:03.635" v="2364"/>
          <pc:sldLayoutMkLst>
            <pc:docMk/>
            <pc:sldMasterMk cId="2460954070" sldId="2147483660"/>
            <pc:sldLayoutMk cId="3733172339" sldId="2147483665"/>
          </pc:sldLayoutMkLst>
        </pc:sldLayoutChg>
        <pc:sldLayoutChg chg="setBg">
          <pc:chgData name="Tyson Stewart" userId="8e2b140b-85bc-4b41-b8fc-f7a99c36e0e2" providerId="ADAL" clId="{075AAA6C-F185-4AC3-8D32-0A82B8AC997B}" dt="2026-03-02T01:47:03.635" v="2364"/>
          <pc:sldLayoutMkLst>
            <pc:docMk/>
            <pc:sldMasterMk cId="2460954070" sldId="2147483660"/>
            <pc:sldLayoutMk cId="3210312558" sldId="2147483666"/>
          </pc:sldLayoutMkLst>
        </pc:sldLayoutChg>
        <pc:sldLayoutChg chg="setBg">
          <pc:chgData name="Tyson Stewart" userId="8e2b140b-85bc-4b41-b8fc-f7a99c36e0e2" providerId="ADAL" clId="{075AAA6C-F185-4AC3-8D32-0A82B8AC997B}" dt="2026-03-02T01:47:03.635" v="2364"/>
          <pc:sldLayoutMkLst>
            <pc:docMk/>
            <pc:sldMasterMk cId="2460954070" sldId="2147483660"/>
            <pc:sldLayoutMk cId="3146388984" sldId="2147483667"/>
          </pc:sldLayoutMkLst>
        </pc:sldLayoutChg>
        <pc:sldLayoutChg chg="setBg">
          <pc:chgData name="Tyson Stewart" userId="8e2b140b-85bc-4b41-b8fc-f7a99c36e0e2" providerId="ADAL" clId="{075AAA6C-F185-4AC3-8D32-0A82B8AC997B}" dt="2026-03-02T01:47:03.635" v="2364"/>
          <pc:sldLayoutMkLst>
            <pc:docMk/>
            <pc:sldMasterMk cId="2460954070" sldId="2147483660"/>
            <pc:sldLayoutMk cId="3171841454" sldId="2147483668"/>
          </pc:sldLayoutMkLst>
        </pc:sldLayoutChg>
        <pc:sldLayoutChg chg="setBg">
          <pc:chgData name="Tyson Stewart" userId="8e2b140b-85bc-4b41-b8fc-f7a99c36e0e2" providerId="ADAL" clId="{075AAA6C-F185-4AC3-8D32-0A82B8AC997B}" dt="2026-03-02T01:47:03.635" v="2364"/>
          <pc:sldLayoutMkLst>
            <pc:docMk/>
            <pc:sldMasterMk cId="2460954070" sldId="2147483660"/>
            <pc:sldLayoutMk cId="1718958274" sldId="2147483669"/>
          </pc:sldLayoutMkLst>
        </pc:sldLayoutChg>
        <pc:sldLayoutChg chg="setBg">
          <pc:chgData name="Tyson Stewart" userId="8e2b140b-85bc-4b41-b8fc-f7a99c36e0e2" providerId="ADAL" clId="{075AAA6C-F185-4AC3-8D32-0A82B8AC997B}" dt="2026-03-02T01:47:03.635" v="2364"/>
          <pc:sldLayoutMkLst>
            <pc:docMk/>
            <pc:sldMasterMk cId="2460954070" sldId="2147483660"/>
            <pc:sldLayoutMk cId="2202905451" sldId="2147483670"/>
          </pc:sldLayoutMkLst>
        </pc:sldLayoutChg>
        <pc:sldLayoutChg chg="setBg">
          <pc:chgData name="Tyson Stewart" userId="8e2b140b-85bc-4b41-b8fc-f7a99c36e0e2" providerId="ADAL" clId="{075AAA6C-F185-4AC3-8D32-0A82B8AC997B}" dt="2026-03-02T01:47:03.635" v="2364"/>
          <pc:sldLayoutMkLst>
            <pc:docMk/>
            <pc:sldMasterMk cId="2460954070" sldId="2147483660"/>
            <pc:sldLayoutMk cId="3479445657" sldId="2147483671"/>
          </pc:sldLayoutMkLst>
        </pc:sldLayoutChg>
      </pc:sldMasterChg>
    </pc:docChg>
  </pc:docChgLst>
  <pc:docChgLst>
    <pc:chgData name="Tyson Stewart" userId="S::z2039957@students.niu.edu::8e2b140b-85bc-4b41-b8fc-f7a99c36e0e2" providerId="AD" clId="Web-{F484167B-5617-FCD7-F194-30ECD6B0F24C}"/>
    <pc:docChg chg="modSld">
      <pc:chgData name="Tyson Stewart" userId="S::z2039957@students.niu.edu::8e2b140b-85bc-4b41-b8fc-f7a99c36e0e2" providerId="AD" clId="Web-{F484167B-5617-FCD7-F194-30ECD6B0F24C}" dt="2026-02-28T20:04:28.046" v="463" actId="20577"/>
      <pc:docMkLst>
        <pc:docMk/>
      </pc:docMkLst>
      <pc:sldChg chg="modSp">
        <pc:chgData name="Tyson Stewart" userId="S::z2039957@students.niu.edu::8e2b140b-85bc-4b41-b8fc-f7a99c36e0e2" providerId="AD" clId="Web-{F484167B-5617-FCD7-F194-30ECD6B0F24C}" dt="2026-02-28T20:04:28.046" v="463" actId="20577"/>
        <pc:sldMkLst>
          <pc:docMk/>
          <pc:sldMk cId="28047482" sldId="260"/>
        </pc:sldMkLst>
        <pc:spChg chg="mod">
          <ac:chgData name="Tyson Stewart" userId="S::z2039957@students.niu.edu::8e2b140b-85bc-4b41-b8fc-f7a99c36e0e2" providerId="AD" clId="Web-{F484167B-5617-FCD7-F194-30ECD6B0F24C}" dt="2026-02-28T20:04:28.046" v="463" actId="20577"/>
          <ac:spMkLst>
            <pc:docMk/>
            <pc:sldMk cId="28047482" sldId="260"/>
            <ac:spMk id="3" creationId="{98A18BF7-2D9B-7C68-C564-5339AB1205A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34EB80-A63B-4081-9D93-E4649B5B9562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4F72E1-8D98-400F-9F3D-FD5373C1D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086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4F72E1-8D98-400F-9F3D-FD5373C1D4B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671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0000">
              <a:schemeClr val="tx1">
                <a:lumMod val="95000"/>
              </a:schemeClr>
            </a:gs>
            <a:gs pos="0">
              <a:srgbClr val="0076A9">
                <a:lumMod val="95000"/>
                <a:lumOff val="5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ap.no/documents/doc/arctic-climate-issues-2011-changes-in-arctic-snow-water-ice-and-permafrost/129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hyperlink" Target="https://doi.org/10.2307/1911963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studio-pubs-static.s3.amazonaws.com/1248584_e57ba116e2fb4f97995987db27b7cc67.html" TargetMode="External"/><Relationship Id="rId5" Type="http://schemas.openxmlformats.org/officeDocument/2006/relationships/hyperlink" Target="https://doi.org/10.4135/9781526472601" TargetMode="External"/><Relationship Id="rId4" Type="http://schemas.openxmlformats.org/officeDocument/2006/relationships/image" Target="../media/image16.jpeg"/><Relationship Id="rId9" Type="http://schemas.openxmlformats.org/officeDocument/2006/relationships/hyperlink" Target="https://www.statsmodels.org/stable/index.html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vestopedia.com/terms/m/mlr.asp#toc-what-is-multiple-linear-regression-mlr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2307/1911963" TargetMode="External"/><Relationship Id="rId2" Type="http://schemas.openxmlformats.org/officeDocument/2006/relationships/hyperlink" Target="https://rstudio-pubs-static.s3.amazonaws.com/1248584_e57ba116e2fb4f97995987db27b7cc67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2747/0272-3646.32.4.295" TargetMode="External"/><Relationship Id="rId4" Type="http://schemas.openxmlformats.org/officeDocument/2006/relationships/hyperlink" Target="https://doi.org/10.1016/j.jhydrol.2022.128211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4135/9781526472601" TargetMode="External"/><Relationship Id="rId2" Type="http://schemas.openxmlformats.org/officeDocument/2006/relationships/hyperlink" Target="https://www.statsmodels.org/stable/index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016/j.scitotenv.2021.14802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6514" y="1167060"/>
            <a:ext cx="10638971" cy="2387600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Predictive Global Climate Modeling</a:t>
            </a:r>
            <a:br>
              <a:rPr lang="en-US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US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Using Teleconnection Patterns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43213"/>
            <a:ext cx="9144000" cy="1655762"/>
          </a:xfrm>
        </p:spPr>
        <p:txBody>
          <a:bodyPr/>
          <a:lstStyle/>
          <a:p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By Tyson Stewart, Landon Moeller, Owen Cutinello, and Matthew Woods</a:t>
            </a:r>
          </a:p>
          <a:p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Everstream Liaison:  Mr. Logan Bundy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35242C2-2FD5-49FE-D18C-B567A4DFC5D3}"/>
              </a:ext>
            </a:extLst>
          </p:cNvPr>
          <p:cNvCxnSpPr/>
          <p:nvPr/>
        </p:nvCxnSpPr>
        <p:spPr>
          <a:xfrm>
            <a:off x="681135" y="3713584"/>
            <a:ext cx="10954138" cy="0"/>
          </a:xfrm>
          <a:prstGeom prst="line">
            <a:avLst/>
          </a:prstGeom>
          <a:ln>
            <a:solidFill>
              <a:srgbClr val="EA931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Everstream Analytics Company Profile - - Supply Chain 24/7">
            <a:extLst>
              <a:ext uri="{FF2B5EF4-FFF2-40B4-BE49-F238E27FC236}">
                <a16:creationId xmlns:a16="http://schemas.microsoft.com/office/drawing/2014/main" id="{C8A8E24C-16EB-F0C1-EAE6-9C41E2101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30" y="6098951"/>
            <a:ext cx="2341646" cy="547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07028651-CFA1-5341-9BE9-FFD6652DA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30" y="4991134"/>
            <a:ext cx="2638137" cy="959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BAF02-FA1D-C16D-974F-B8EF346CADF6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/>
        </p:spPr>
        <p:txBody>
          <a:bodyPr>
            <a:normAutofit/>
          </a:bodyPr>
          <a:lstStyle/>
          <a:p>
            <a:r>
              <a:rPr lang="en-US" b="1">
                <a:solidFill>
                  <a:srgbClr val="D5902B"/>
                </a:solidFill>
                <a:effectLst>
                  <a:outerShdw blurRad="50800" dist="38100" dir="2700000" algn="tl" rotWithShape="0">
                    <a:schemeClr val="tx1">
                      <a:alpha val="35000"/>
                    </a:schemeClr>
                  </a:outerShdw>
                </a:effectLst>
                <a:latin typeface="Aptos Display"/>
              </a:rPr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ACD16-DF9A-876F-0861-2CCB55360E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5181600" cy="4351338"/>
          </a:xfrm>
          <a:effectLst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35000"/>
                    </a:prstClr>
                  </a:outerShdw>
                </a:effectLst>
              </a:rPr>
              <a:t>Supply chain operations are </a:t>
            </a:r>
            <a:r>
              <a:rPr lang="en-US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35000"/>
                    </a:prstClr>
                  </a:outerShdw>
                </a:effectLst>
              </a:rPr>
              <a:t>increasingly interconnected</a:t>
            </a:r>
          </a:p>
          <a:p>
            <a:pPr lvl="1"/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35000"/>
                    </a:prstClr>
                  </a:outerShdw>
                </a:effectLst>
              </a:rPr>
              <a:t>One event can quickly cascade into side effects seen months after</a:t>
            </a:r>
          </a:p>
          <a:p>
            <a:pPr lvl="1"/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35000"/>
                    </a:prstClr>
                  </a:outerShdw>
                </a:effectLst>
              </a:rPr>
              <a:t>Decisions often need to be made well in advance of potential hazards</a:t>
            </a:r>
          </a:p>
          <a:p>
            <a:r>
              <a:rPr lang="en-US" sz="24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35000"/>
                    </a:prstClr>
                  </a:outerShdw>
                </a:effectLst>
              </a:rPr>
              <a:t>A vital need exists for </a:t>
            </a:r>
            <a:r>
              <a:rPr lang="en-US" sz="2400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35000"/>
                    </a:prstClr>
                  </a:outerShdw>
                </a:effectLst>
              </a:rPr>
              <a:t>reliable, long-term forecasting</a:t>
            </a:r>
            <a:r>
              <a:rPr lang="en-US" sz="24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35000"/>
                    </a:prstClr>
                  </a:outerShdw>
                </a:effectLst>
              </a:rPr>
              <a:t> to aid supply chain risk assessment and decision-making</a:t>
            </a:r>
          </a:p>
          <a:p>
            <a:pPr lvl="1"/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35000"/>
                    </a:prstClr>
                  </a:outerShdw>
                </a:effectLst>
              </a:rPr>
              <a:t>Such long-term forecasts present several challenges however</a:t>
            </a:r>
          </a:p>
        </p:txBody>
      </p:sp>
      <p:pic>
        <p:nvPicPr>
          <p:cNvPr id="5" name="Content Placeholder 4" descr="Image display">
            <a:extLst>
              <a:ext uri="{FF2B5EF4-FFF2-40B4-BE49-F238E27FC236}">
                <a16:creationId xmlns:a16="http://schemas.microsoft.com/office/drawing/2014/main" id="{47969F94-E3A7-0596-26C0-CC40E29FDE0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456693" y="-3175"/>
            <a:ext cx="4736689" cy="68659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BEC7AC-2FFD-2B44-42D4-B6639ADB2A49}"/>
              </a:ext>
            </a:extLst>
          </p:cNvPr>
          <p:cNvSpPr txBox="1"/>
          <p:nvPr/>
        </p:nvSpPr>
        <p:spPr>
          <a:xfrm>
            <a:off x="7455311" y="6123543"/>
            <a:ext cx="4736689" cy="738664"/>
          </a:xfrm>
          <a:prstGeom prst="rect">
            <a:avLst/>
          </a:prstGeom>
          <a:solidFill>
            <a:srgbClr val="FFFFFF">
              <a:alpha val="75000"/>
            </a:srgb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/>
              <a:t>Photo from the ISS of the container ship </a:t>
            </a:r>
            <a:r>
              <a:rPr lang="en-US" sz="1400" i="1"/>
              <a:t>Ever Given</a:t>
            </a:r>
            <a:r>
              <a:rPr lang="en-US" sz="1400"/>
              <a:t> stuck in the Suez Canal. (</a:t>
            </a:r>
            <a:r>
              <a:rPr lang="en-US" sz="1400">
                <a:solidFill>
                  <a:srgbClr val="000000"/>
                </a:solidFill>
                <a:latin typeface="Aptos"/>
                <a:cs typeface="Times New Roman"/>
              </a:rPr>
              <a:t>Photo courtesy of NASA Johnson Space Center; ISS064-E-48480)</a:t>
            </a:r>
            <a:endParaRPr lang="en-US" sz="1400">
              <a:solidFill>
                <a:srgbClr val="00000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528801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1BB92-E823-2327-D8A9-83A7836CA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D98A8-AD3C-B9EB-B591-8E860EF34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D5902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Long-Term Forecasting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D802E-3646-3BCF-8F8A-5B4AF8A0A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Limitations of Numerical Weather Models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Most common weather models work in the 1-10 day range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Longer time scale models exist but come with their own caveats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Longer forecast period = Less accuracy</a:t>
            </a:r>
          </a:p>
          <a:p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Different regions present drastically different seasonal conditions due to geography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Winter in Michigan is different from winter in Australia</a:t>
            </a:r>
          </a:p>
          <a:p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Climate Change adds another element of variability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Potential changes to climate systems like monsoons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Further complicates risk assessment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956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090B0-FEB5-9F38-125D-16C835E3D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935AD-BE44-3713-7620-761E7143D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D5902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Teleconnections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B7532A-D3FC-00F9-1794-5288C2F4D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5973"/>
            <a:ext cx="12192000" cy="50020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1C324D-5947-41ED-D6C2-A6C17E2C00D5}"/>
              </a:ext>
            </a:extLst>
          </p:cNvPr>
          <p:cNvSpPr txBox="1"/>
          <p:nvPr/>
        </p:nvSpPr>
        <p:spPr>
          <a:xfrm>
            <a:off x="5496232" y="1208361"/>
            <a:ext cx="669576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1400">
                <a:solidFill>
                  <a:srgbClr val="EA931A"/>
                </a:solidFill>
              </a:rPr>
            </a:br>
            <a:r>
              <a:rPr lang="en-US" sz="1200">
                <a:solidFill>
                  <a:srgbClr val="EA931A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AMAP, 2012. Arctic Climate Issues 2011: Changes in Arctic Snow, Water, Ice and Permafrost. SWIPA 2011 Overview Report. Arctic Monitoring and Assessment Programme (AMAP), Oslo. xi + 97pp</a:t>
            </a:r>
            <a:endParaRPr lang="en-US" sz="1400">
              <a:solidFill>
                <a:srgbClr val="EA93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6032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CA127-B3C3-846B-31CF-8EA850D9C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F7200-3333-FF3F-3BEA-803F63463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D5902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Teleconnections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11B74-B908-F846-1AD0-4E5A96913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Teleconnections can be very useful for </a:t>
            </a:r>
            <a:r>
              <a:rPr lang="en-US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regional long-term/climate forecasting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Phases corresponding to different predominant atmospheric patterns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838A0D-1331-F051-230B-3F443B4C7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24" y="3114762"/>
            <a:ext cx="4207559" cy="18645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5B540B-0C11-CFA8-77B1-A11B222FD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118" y="3114762"/>
            <a:ext cx="4087334" cy="18645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CE33A1E-7851-2AF2-E7E5-60550F0A8C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2979" y="5143574"/>
            <a:ext cx="7286042" cy="1635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972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32A45-AD60-6D48-948D-4A0EFC2F7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D5902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Teleconnections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2F79-B630-8CF0-1E4F-9611F34EF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However, teleconnection indices only measure one particular pattern/oscillation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Multiple teleconnection patterns are needed to be analyzed at the same time to assess risk</a:t>
            </a:r>
          </a:p>
          <a:p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Additionally, teleconnection pattern effects are regionalized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One teleconnection may be good at predicting one area, but struggle with another.</a:t>
            </a:r>
          </a:p>
          <a:p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In certain instances, teleconnection indices can conflict with one another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Raises questions of how to “break the tie” to make a decision</a:t>
            </a:r>
          </a:p>
        </p:txBody>
      </p:sp>
    </p:spTree>
    <p:extLst>
      <p:ext uri="{BB962C8B-B14F-4D97-AF65-F5344CB8AC3E}">
        <p14:creationId xmlns:p14="http://schemas.microsoft.com/office/powerpoint/2010/main" val="3952814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806908-0A32-58A5-B7CC-6D923858F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4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87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80A2A-44D4-B2DC-B4B6-943CAAA21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F1770C-CAA9-7E59-D8DC-006B8FA2A3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95591" y="443797"/>
            <a:ext cx="12000817" cy="597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385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9F881-0BEB-17F2-3EAE-3D1CB4BD0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9D030-DB5E-0EA3-EA70-49F3712BF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D5902B"/>
                </a:solidFill>
                <a:effectLst>
                  <a:outerShdw blurRad="50800" dist="38100" dir="2700000" algn="ctr" rotWithShape="0">
                    <a:srgbClr val="000000">
                      <a:alpha val="40000"/>
                    </a:srgbClr>
                  </a:outerShdw>
                </a:effectLst>
              </a:rPr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2B95E-6C12-2A89-0987-375CD5BC3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Teleconnection Data (1950-2024)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Monthly Index Value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NOAA, Climate Prediction Center</a:t>
            </a:r>
          </a:p>
          <a:p>
            <a:r>
              <a:rPr lang="en-US" b="1" u="sng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Climate Anomaly Data (1950-2024)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Monthly Temp and Precip Anomalies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ECMWF Reanalysis v5 (ERA5)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Baseline period (1980-2010)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BD3A18-59B1-6C56-FEAA-23041EF94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5365" y="4996989"/>
            <a:ext cx="2573594" cy="17157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24ABCE-A931-68F1-2EF6-EA2032526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7539" y="5083911"/>
            <a:ext cx="2981103" cy="15630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F89A0B-E681-9C44-E017-E12AC9A308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93359" y="211066"/>
            <a:ext cx="5061723" cy="6435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228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1293A-CF79-BC66-7F9B-E92480236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7B49C-4181-8C2B-BBBF-11F4ADCF4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D5902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5B158-DCE3-FD01-005F-3ED1BA277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21594" cy="4351338"/>
          </a:xfrm>
        </p:spPr>
        <p:txBody>
          <a:bodyPr/>
          <a:lstStyle/>
          <a:p>
            <a:r>
              <a:rPr lang="en-US" b="1" u="sng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INFORM</a:t>
            </a:r>
            <a:r>
              <a:rPr lang="en-US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a statistical model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Calculate Pearson correlation </a:t>
            </a:r>
            <a:r>
              <a:rPr lang="en-US" u="sng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strength</a:t>
            </a:r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and </a:t>
            </a:r>
            <a:r>
              <a:rPr lang="en-US" u="sng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sign</a:t>
            </a:r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(r)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Determine </a:t>
            </a:r>
            <a:r>
              <a:rPr lang="en-US" u="sng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statistical significance</a:t>
            </a:r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(p-value &lt; 0.05)</a:t>
            </a:r>
          </a:p>
          <a:p>
            <a:pPr lvl="2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Run this for all 13 regions, both variables, all months, and individual months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Use correlations strength to identify preferred model input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44DFF7-2531-F56C-EA2E-F5C17BFB4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830" y="277872"/>
            <a:ext cx="3428509" cy="22162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0D5E62-313A-C3C8-32FF-9CE5ECAC30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4594"/>
          <a:stretch>
            <a:fillRect/>
          </a:stretch>
        </p:blipFill>
        <p:spPr>
          <a:xfrm>
            <a:off x="7660635" y="2697442"/>
            <a:ext cx="4206900" cy="3877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610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29D9D-3EB2-A6FD-5607-B06D9BA98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1A200-DB72-90C9-1CE2-B090DAD2A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D5902B"/>
                </a:solidFill>
                <a:effectLst>
                  <a:outerShdw blurRad="50800" dist="38100" dir="2700000" algn="ctr" rotWithShape="0">
                    <a:srgbClr val="000000">
                      <a:alpha val="40000"/>
                    </a:srgbClr>
                  </a:outerShdw>
                </a:effectLst>
              </a:rPr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49A4C-DAE1-D77C-38D4-4FF1C8B2E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21594" cy="4667250"/>
          </a:xfrm>
        </p:spPr>
        <p:txBody>
          <a:bodyPr>
            <a:normAutofit/>
          </a:bodyPr>
          <a:lstStyle/>
          <a:p>
            <a:r>
              <a:rPr lang="en-US" b="1" u="sng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>
                      <a:alpha val="40000"/>
                    </a:srgbClr>
                  </a:outerShdw>
                </a:effectLst>
              </a:rPr>
              <a:t>BUILD</a:t>
            </a:r>
            <a:r>
              <a:rPr lang="en-US" b="1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>
                      <a:alpha val="40000"/>
                    </a:srgbClr>
                  </a:outerShdw>
                </a:effectLst>
              </a:rPr>
              <a:t> a statistical model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>
                      <a:alpha val="40000"/>
                    </a:srgbClr>
                  </a:outerShdw>
                </a:effectLst>
              </a:rPr>
              <a:t>“statsmodels” package in Python</a:t>
            </a:r>
          </a:p>
          <a:p>
            <a:pPr lvl="1"/>
            <a:r>
              <a:rPr lang="en-US" u="sng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>
                      <a:alpha val="40000"/>
                    </a:srgbClr>
                  </a:outerShdw>
                </a:effectLst>
              </a:rPr>
              <a:t>Multiple linear regression</a:t>
            </a:r>
            <a:r>
              <a:rPr lang="en-US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>
                      <a:alpha val="40000"/>
                    </a:srgbClr>
                  </a:outerShdw>
                </a:effectLst>
              </a:rPr>
              <a:t> with   least squares (</a:t>
            </a:r>
            <a:r>
              <a:rPr lang="en-US" b="1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>
                      <a:alpha val="40000"/>
                    </a:srgbClr>
                  </a:outerShdw>
                </a:effectLst>
              </a:rPr>
              <a:t>OLS </a:t>
            </a:r>
            <a:r>
              <a:rPr lang="en-US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>
                      <a:alpha val="40000"/>
                    </a:srgbClr>
                  </a:outerShdw>
                </a:effectLst>
              </a:rPr>
              <a:t>or </a:t>
            </a:r>
            <a:r>
              <a:rPr lang="en-US" b="1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>
                      <a:alpha val="40000"/>
                    </a:srgbClr>
                  </a:outerShdw>
                </a:effectLst>
              </a:rPr>
              <a:t>WLS</a:t>
            </a:r>
            <a:r>
              <a:rPr lang="en-US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>
                      <a:alpha val="40000"/>
                    </a:srgbClr>
                  </a:outerShdw>
                </a:effectLst>
              </a:rPr>
              <a:t>)</a:t>
            </a:r>
          </a:p>
          <a:p>
            <a:pPr lvl="2"/>
            <a:r>
              <a:rPr lang="en-US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>
                      <a:alpha val="40000"/>
                    </a:srgbClr>
                  </a:outerShdw>
                </a:effectLst>
              </a:rPr>
              <a:t>Allows us to </a:t>
            </a:r>
            <a:r>
              <a:rPr lang="en-US">
                <a:solidFill>
                  <a:schemeClr val="bg1"/>
                </a:solidFill>
                <a:effectLst>
                  <a:outerShdw blurRad="50800" dist="50800" dir="2700000" algn="ctr" rotWithShape="0">
                    <a:srgbClr val="000000">
                      <a:alpha val="40000"/>
                    </a:srgbClr>
                  </a:outerShdw>
                </a:effectLst>
              </a:rPr>
              <a:t>account for the     presence of non-homogenous variance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50800" dir="2700000" algn="ctr" rotWithShape="0">
                    <a:srgbClr val="000000">
                      <a:alpha val="40000"/>
                    </a:srgbClr>
                  </a:outerShdw>
                </a:effectLst>
              </a:rPr>
              <a:t>Test for heteroscedasticity </a:t>
            </a:r>
          </a:p>
          <a:p>
            <a:pPr lvl="2"/>
            <a:r>
              <a:rPr lang="en-US">
                <a:solidFill>
                  <a:schemeClr val="bg1"/>
                </a:solidFill>
                <a:effectLst>
                  <a:outerShdw blurRad="50800" dist="50800" dir="2700000" algn="ctr" rotWithShape="0">
                    <a:srgbClr val="000000">
                      <a:alpha val="40000"/>
                    </a:srgbClr>
                  </a:outerShdw>
                </a:effectLst>
              </a:rPr>
              <a:t>Use the Breusch-Pagan test </a:t>
            </a:r>
            <a:r>
              <a:rPr lang="en-US">
                <a:solidFill>
                  <a:srgbClr val="EA931A"/>
                </a:solidFill>
                <a:effectLst>
                  <a:outerShdw blurRad="50800" dist="50800" dir="2700000" algn="ctr" rotWithShape="0">
                    <a:srgbClr val="000000">
                      <a:alpha val="40000"/>
                    </a:srgbClr>
                  </a:outerShdw>
                </a:effectLs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(Breusch and Pagan 1979)</a:t>
            </a:r>
            <a:endParaRPr lang="en-US">
              <a:solidFill>
                <a:srgbClr val="EA931A"/>
              </a:solidFill>
              <a:effectLst>
                <a:outerShdw blurRad="50800" dist="50800" dir="2700000" algn="ctr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B58A98A-EBB9-943D-831B-2AF76C83A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703" y="3717437"/>
            <a:ext cx="4205749" cy="175795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8FD8F2F-7F73-2568-329C-5F4661082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2645" y="341257"/>
            <a:ext cx="5198807" cy="2869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A6B5AF6-7128-BAF4-FD53-C79038E38FBB}"/>
              </a:ext>
            </a:extLst>
          </p:cNvPr>
          <p:cNvSpPr txBox="1"/>
          <p:nvPr/>
        </p:nvSpPr>
        <p:spPr>
          <a:xfrm>
            <a:off x="10052724" y="81856"/>
            <a:ext cx="2656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EA931A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Reid and Allum 2019</a:t>
            </a:r>
            <a:endParaRPr lang="en-US" sz="1200">
              <a:solidFill>
                <a:srgbClr val="EA931A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AB82AE-66C7-0EA0-8966-08420B3274F5}"/>
              </a:ext>
            </a:extLst>
          </p:cNvPr>
          <p:cNvSpPr txBox="1"/>
          <p:nvPr/>
        </p:nvSpPr>
        <p:spPr>
          <a:xfrm>
            <a:off x="10520517" y="3442742"/>
            <a:ext cx="2684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EA931A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Amazon AWS</a:t>
            </a:r>
            <a:endParaRPr lang="en-US" sz="1200">
              <a:solidFill>
                <a:srgbClr val="EA931A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D19D01-1361-8BB4-1EC2-22A5CCA962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053" y="6008077"/>
            <a:ext cx="3112424" cy="7382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BBB7FAC-D65D-8F0A-A6BE-FB2EFE710F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7639" y="5145241"/>
            <a:ext cx="5732206" cy="7278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A70DE7E-B95E-7228-7523-A843811E99F4}"/>
              </a:ext>
            </a:extLst>
          </p:cNvPr>
          <p:cNvSpPr txBox="1"/>
          <p:nvPr/>
        </p:nvSpPr>
        <p:spPr>
          <a:xfrm>
            <a:off x="3372464" y="6248744"/>
            <a:ext cx="5447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EA931A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https://www.statsmodels.org/stable/index.html</a:t>
            </a:r>
            <a:endParaRPr lang="en-US">
              <a:solidFill>
                <a:srgbClr val="EA93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8663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AA1E1-D550-1D31-B9B3-E74C70C18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AD67B-7E38-7155-535F-3A913863E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D5902B"/>
                </a:solidFill>
                <a:effectLst>
                  <a:outerShdw blurRad="50800" dist="38100" dir="2700000" algn="ctr" rotWithShape="0">
                    <a:srgbClr val="000000">
                      <a:alpha val="40000"/>
                    </a:srgbClr>
                  </a:outerShdw>
                </a:effectLst>
              </a:rPr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AAB24-1B61-6AF8-89A1-3A11502F8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21594" cy="4667250"/>
          </a:xfrm>
        </p:spPr>
        <p:txBody>
          <a:bodyPr>
            <a:normAutofit/>
          </a:bodyPr>
          <a:lstStyle/>
          <a:p>
            <a:r>
              <a:rPr lang="en-US" b="1" u="sng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>
                      <a:alpha val="40000"/>
                    </a:srgbClr>
                  </a:outerShdw>
                </a:effectLst>
              </a:rPr>
              <a:t>APPLY</a:t>
            </a:r>
            <a:r>
              <a:rPr lang="en-US" b="1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>
                      <a:alpha val="40000"/>
                    </a:srgbClr>
                  </a:outerShdw>
                </a:effectLst>
              </a:rPr>
              <a:t> a statistical model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>
                      <a:alpha val="40000"/>
                    </a:srgbClr>
                  </a:outerShdw>
                </a:effectLst>
              </a:rPr>
              <a:t>Break up by:</a:t>
            </a:r>
          </a:p>
          <a:p>
            <a:pPr lvl="2"/>
            <a:r>
              <a:rPr lang="en-US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>
                      <a:alpha val="40000"/>
                    </a:srgbClr>
                  </a:outerShdw>
                </a:effectLst>
              </a:rPr>
              <a:t>Region</a:t>
            </a:r>
          </a:p>
          <a:p>
            <a:pPr lvl="2"/>
            <a:r>
              <a:rPr lang="en-US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>
                      <a:alpha val="40000"/>
                    </a:srgbClr>
                  </a:outerShdw>
                </a:effectLst>
              </a:rPr>
              <a:t>Variable</a:t>
            </a:r>
          </a:p>
          <a:p>
            <a:pPr lvl="2"/>
            <a:r>
              <a:rPr lang="en-US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>
                      <a:alpha val="40000"/>
                    </a:srgbClr>
                  </a:outerShdw>
                </a:effectLst>
              </a:rPr>
              <a:t>Month</a:t>
            </a:r>
          </a:p>
          <a:p>
            <a:pPr lvl="1"/>
            <a:r>
              <a:rPr lang="en-US" u="sng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>
                      <a:alpha val="40000"/>
                    </a:srgbClr>
                  </a:outerShdw>
                </a:effectLst>
              </a:rPr>
              <a:t>Independent Variables (Predictors):</a:t>
            </a:r>
          </a:p>
          <a:p>
            <a:pPr lvl="2"/>
            <a:r>
              <a:rPr lang="en-US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>
                      <a:alpha val="40000"/>
                    </a:srgbClr>
                  </a:outerShdw>
                </a:effectLst>
              </a:rPr>
              <a:t>Teleconnection indices</a:t>
            </a:r>
          </a:p>
          <a:p>
            <a:pPr lvl="3"/>
            <a:r>
              <a:rPr lang="en-US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>
                      <a:alpha val="40000"/>
                    </a:srgbClr>
                  </a:outerShdw>
                </a:effectLst>
              </a:rPr>
              <a:t>Only the strongest</a:t>
            </a:r>
          </a:p>
          <a:p>
            <a:pPr lvl="3"/>
            <a:r>
              <a:rPr lang="en-US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>
                      <a:alpha val="40000"/>
                    </a:srgbClr>
                  </a:outerShdw>
                </a:effectLst>
              </a:rPr>
              <a:t>Weighted (inverse of variance)</a:t>
            </a:r>
          </a:p>
          <a:p>
            <a:pPr lvl="1"/>
            <a:r>
              <a:rPr lang="en-US" u="sng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>
                      <a:alpha val="40000"/>
                    </a:srgbClr>
                  </a:outerShdw>
                </a:effectLst>
              </a:rPr>
              <a:t>Dependent Variables (Predictands):</a:t>
            </a:r>
          </a:p>
          <a:p>
            <a:pPr lvl="2"/>
            <a:r>
              <a:rPr lang="en-US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>
                      <a:alpha val="40000"/>
                    </a:srgbClr>
                  </a:outerShdw>
                </a:effectLst>
              </a:rPr>
              <a:t>Climate anomalies</a:t>
            </a:r>
          </a:p>
          <a:p>
            <a:pPr lvl="3"/>
            <a:r>
              <a:rPr lang="en-US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>
                      <a:alpha val="40000"/>
                    </a:srgbClr>
                  </a:outerShdw>
                </a:effectLst>
              </a:rPr>
              <a:t>Temperature – 12 models</a:t>
            </a:r>
          </a:p>
          <a:p>
            <a:pPr lvl="3"/>
            <a:r>
              <a:rPr lang="en-US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>
                      <a:alpha val="40000"/>
                    </a:srgbClr>
                  </a:outerShdw>
                </a:effectLst>
              </a:rPr>
              <a:t>Precipitation – 12 models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F015D2-4DC5-2882-8D57-858F58F8A785}"/>
              </a:ext>
            </a:extLst>
          </p:cNvPr>
          <p:cNvCxnSpPr/>
          <p:nvPr/>
        </p:nvCxnSpPr>
        <p:spPr>
          <a:xfrm>
            <a:off x="6489291" y="5152102"/>
            <a:ext cx="304800" cy="0"/>
          </a:xfrm>
          <a:prstGeom prst="line">
            <a:avLst/>
          </a:prstGeom>
          <a:ln w="57150">
            <a:solidFill>
              <a:srgbClr val="EA93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D63492-D696-2734-9A72-1C3A202491AB}"/>
              </a:ext>
            </a:extLst>
          </p:cNvPr>
          <p:cNvCxnSpPr/>
          <p:nvPr/>
        </p:nvCxnSpPr>
        <p:spPr>
          <a:xfrm>
            <a:off x="6489291" y="6346722"/>
            <a:ext cx="304800" cy="0"/>
          </a:xfrm>
          <a:prstGeom prst="line">
            <a:avLst/>
          </a:prstGeom>
          <a:ln w="57150">
            <a:solidFill>
              <a:srgbClr val="EA93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B097BE6-C728-EFE6-AA92-2B43495A5806}"/>
              </a:ext>
            </a:extLst>
          </p:cNvPr>
          <p:cNvCxnSpPr>
            <a:cxnSpLocks/>
          </p:cNvCxnSpPr>
          <p:nvPr/>
        </p:nvCxnSpPr>
        <p:spPr>
          <a:xfrm flipV="1">
            <a:off x="6764595" y="5132438"/>
            <a:ext cx="0" cy="1214284"/>
          </a:xfrm>
          <a:prstGeom prst="line">
            <a:avLst/>
          </a:prstGeom>
          <a:ln w="57150">
            <a:solidFill>
              <a:srgbClr val="EA93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B7AC642-B5C1-DB62-E22D-E602271B2A3E}"/>
              </a:ext>
            </a:extLst>
          </p:cNvPr>
          <p:cNvCxnSpPr/>
          <p:nvPr/>
        </p:nvCxnSpPr>
        <p:spPr>
          <a:xfrm flipH="1">
            <a:off x="6902246" y="5751870"/>
            <a:ext cx="943897" cy="0"/>
          </a:xfrm>
          <a:prstGeom prst="straightConnector1">
            <a:avLst/>
          </a:prstGeom>
          <a:ln w="57150">
            <a:solidFill>
              <a:srgbClr val="EA931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897A7D9-91DC-F3B2-179E-CDF81810C204}"/>
              </a:ext>
            </a:extLst>
          </p:cNvPr>
          <p:cNvSpPr txBox="1"/>
          <p:nvPr/>
        </p:nvSpPr>
        <p:spPr>
          <a:xfrm>
            <a:off x="7973961" y="5557372"/>
            <a:ext cx="3775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EA931A"/>
                </a:solidFill>
                <a:effectLst>
                  <a:outerShdw blurRad="50800" dist="38100" dir="2700000" algn="ctr" rotWithShape="0">
                    <a:srgbClr val="000000">
                      <a:alpha val="40000"/>
                    </a:srgbClr>
                  </a:outerShdw>
                </a:effectLst>
              </a:rPr>
              <a:t>use to determine supply chain </a:t>
            </a:r>
            <a:r>
              <a:rPr lang="en-US" b="1" u="sng">
                <a:solidFill>
                  <a:srgbClr val="EA931A"/>
                </a:solidFill>
                <a:effectLst>
                  <a:outerShdw blurRad="50800" dist="38100" dir="2700000" algn="ctr" rotWithShape="0">
                    <a:srgbClr val="000000">
                      <a:alpha val="40000"/>
                    </a:srgbClr>
                  </a:outerShdw>
                </a:effectLst>
              </a:rPr>
              <a:t>risk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C312DBD-FC49-E8D1-8C91-34C320054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517" y="502631"/>
            <a:ext cx="5418616" cy="280100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2B6E4C4-B17C-1B9D-56DB-0C895FA0D199}"/>
              </a:ext>
            </a:extLst>
          </p:cNvPr>
          <p:cNvSpPr txBox="1"/>
          <p:nvPr/>
        </p:nvSpPr>
        <p:spPr>
          <a:xfrm>
            <a:off x="10953136" y="225633"/>
            <a:ext cx="12388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EA931A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Investopedia</a:t>
            </a:r>
            <a:endParaRPr lang="en-US" sz="1200">
              <a:solidFill>
                <a:srgbClr val="EA93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4264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1A952-C3C1-A284-3F8F-4C2B9074A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3AE8D-1B88-2C98-510E-96EC2B171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D5902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Preliminary Results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DB7A6DA-7983-DF60-8178-4616335288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40949" y="0"/>
            <a:ext cx="13732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1B25C54D-B0F7-8E2A-F2D9-52129C4C7A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1419949"/>
              </p:ext>
            </p:extLst>
          </p:nvPr>
        </p:nvGraphicFramePr>
        <p:xfrm>
          <a:off x="6297561" y="1986959"/>
          <a:ext cx="5695333" cy="46931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59451">
                  <a:extLst>
                    <a:ext uri="{9D8B030D-6E8A-4147-A177-3AD203B41FA5}">
                      <a16:colId xmlns:a16="http://schemas.microsoft.com/office/drawing/2014/main" val="823060940"/>
                    </a:ext>
                  </a:extLst>
                </a:gridCol>
                <a:gridCol w="2237587">
                  <a:extLst>
                    <a:ext uri="{9D8B030D-6E8A-4147-A177-3AD203B41FA5}">
                      <a16:colId xmlns:a16="http://schemas.microsoft.com/office/drawing/2014/main" val="570748325"/>
                    </a:ext>
                  </a:extLst>
                </a:gridCol>
                <a:gridCol w="1598295">
                  <a:extLst>
                    <a:ext uri="{9D8B030D-6E8A-4147-A177-3AD203B41FA5}">
                      <a16:colId xmlns:a16="http://schemas.microsoft.com/office/drawing/2014/main" val="511090884"/>
                    </a:ext>
                  </a:extLst>
                </a:gridCol>
              </a:tblGrid>
              <a:tr h="33522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chemeClr val="bg1"/>
                          </a:solidFill>
                          <a:effectLst/>
                        </a:rPr>
                        <a:t>Region</a:t>
                      </a:r>
                      <a:endParaRPr lang="en-US" sz="24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chemeClr val="bg1"/>
                          </a:solidFill>
                          <a:effectLst/>
                        </a:rPr>
                        <a:t>Relevant Hemisphere</a:t>
                      </a:r>
                      <a:endParaRPr lang="en-US" sz="24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chemeClr val="bg1"/>
                          </a:solidFill>
                          <a:effectLst/>
                        </a:rPr>
                        <a:t>Global</a:t>
                      </a:r>
                      <a:endParaRPr lang="en-US" sz="24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7990" marR="67990" marT="45326" marB="45326"/>
                </a:tc>
                <a:extLst>
                  <a:ext uri="{0D108BD9-81ED-4DB2-BD59-A6C34878D82A}">
                    <a16:rowId xmlns:a16="http://schemas.microsoft.com/office/drawing/2014/main" val="3985081469"/>
                  </a:ext>
                </a:extLst>
              </a:tr>
              <a:tr h="33522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Eastern AU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SOI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0.4485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ENSO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-0.2743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extLst>
                  <a:ext uri="{0D108BD9-81ED-4DB2-BD59-A6C34878D82A}">
                    <a16:rowId xmlns:a16="http://schemas.microsoft.com/office/drawing/2014/main" val="3877732835"/>
                  </a:ext>
                </a:extLst>
              </a:tr>
              <a:tr h="33522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Eastern EU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AO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-0.3752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IPO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0.0498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extLst>
                  <a:ext uri="{0D108BD9-81ED-4DB2-BD59-A6C34878D82A}">
                    <a16:rowId xmlns:a16="http://schemas.microsoft.com/office/drawing/2014/main" val="3006928"/>
                  </a:ext>
                </a:extLst>
              </a:tr>
              <a:tr h="33522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Western AU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SOI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0.3276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ENSO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-0.2126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extLst>
                  <a:ext uri="{0D108BD9-81ED-4DB2-BD59-A6C34878D82A}">
                    <a16:rowId xmlns:a16="http://schemas.microsoft.com/office/drawing/2014/main" val="2894062795"/>
                  </a:ext>
                </a:extLst>
              </a:tr>
              <a:tr h="33522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Western EU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AO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-0.3059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IPO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0.1281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extLst>
                  <a:ext uri="{0D108BD9-81ED-4DB2-BD59-A6C34878D82A}">
                    <a16:rowId xmlns:a16="http://schemas.microsoft.com/office/drawing/2014/main" val="1004877438"/>
                  </a:ext>
                </a:extLst>
              </a:tr>
              <a:tr h="33522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Black Sea Region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EAWR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0.2732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AAM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0.1918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extLst>
                  <a:ext uri="{0D108BD9-81ED-4DB2-BD59-A6C34878D82A}">
                    <a16:rowId xmlns:a16="http://schemas.microsoft.com/office/drawing/2014/main" val="249706214"/>
                  </a:ext>
                </a:extLst>
              </a:tr>
              <a:tr h="33522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Southern Brazil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SPOD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0.2461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IPO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0.2291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extLst>
                  <a:ext uri="{0D108BD9-81ED-4DB2-BD59-A6C34878D82A}">
                    <a16:rowId xmlns:a16="http://schemas.microsoft.com/office/drawing/2014/main" val="2379590161"/>
                  </a:ext>
                </a:extLst>
              </a:tr>
              <a:tr h="33522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East Asia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AMO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-0.2452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MEI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0.1321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extLst>
                  <a:ext uri="{0D108BD9-81ED-4DB2-BD59-A6C34878D82A}">
                    <a16:rowId xmlns:a16="http://schemas.microsoft.com/office/drawing/2014/main" val="2936199636"/>
                  </a:ext>
                </a:extLst>
              </a:tr>
              <a:tr h="33522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Argentina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SPOD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0.2116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IPO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0.2207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extLst>
                  <a:ext uri="{0D108BD9-81ED-4DB2-BD59-A6C34878D82A}">
                    <a16:rowId xmlns:a16="http://schemas.microsoft.com/office/drawing/2014/main" val="1182604044"/>
                  </a:ext>
                </a:extLst>
              </a:tr>
              <a:tr h="33522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Midwest US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PNA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-0.1920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MEI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0.0999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extLst>
                  <a:ext uri="{0D108BD9-81ED-4DB2-BD59-A6C34878D82A}">
                    <a16:rowId xmlns:a16="http://schemas.microsoft.com/office/drawing/2014/main" val="1534447932"/>
                  </a:ext>
                </a:extLst>
              </a:tr>
              <a:tr h="33522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Southern Plains US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PDO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0.1870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MEI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0.1984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extLst>
                  <a:ext uri="{0D108BD9-81ED-4DB2-BD59-A6C34878D82A}">
                    <a16:rowId xmlns:a16="http://schemas.microsoft.com/office/drawing/2014/main" val="3438517969"/>
                  </a:ext>
                </a:extLst>
              </a:tr>
              <a:tr h="33522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India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PDO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-0.1318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MEI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-0.1268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extLst>
                  <a:ext uri="{0D108BD9-81ED-4DB2-BD59-A6C34878D82A}">
                    <a16:rowId xmlns:a16="http://schemas.microsoft.com/office/drawing/2014/main" val="2612032131"/>
                  </a:ext>
                </a:extLst>
              </a:tr>
              <a:tr h="33522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Northeast US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EPNP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0.0636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IOD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0.0368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extLst>
                  <a:ext uri="{0D108BD9-81ED-4DB2-BD59-A6C34878D82A}">
                    <a16:rowId xmlns:a16="http://schemas.microsoft.com/office/drawing/2014/main" val="1189127018"/>
                  </a:ext>
                </a:extLst>
              </a:tr>
              <a:tr h="33522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Northern Brazil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SPOD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0.0610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AAM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0.1151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extLst>
                  <a:ext uri="{0D108BD9-81ED-4DB2-BD59-A6C34878D82A}">
                    <a16:rowId xmlns:a16="http://schemas.microsoft.com/office/drawing/2014/main" val="44517850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FEDE343-5761-93E2-0A02-5B6C41AF95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121013"/>
              </p:ext>
            </p:extLst>
          </p:nvPr>
        </p:nvGraphicFramePr>
        <p:xfrm>
          <a:off x="199106" y="1986963"/>
          <a:ext cx="5695332" cy="469313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59451">
                  <a:extLst>
                    <a:ext uri="{9D8B030D-6E8A-4147-A177-3AD203B41FA5}">
                      <a16:colId xmlns:a16="http://schemas.microsoft.com/office/drawing/2014/main" val="4044263030"/>
                    </a:ext>
                  </a:extLst>
                </a:gridCol>
                <a:gridCol w="2237587">
                  <a:extLst>
                    <a:ext uri="{9D8B030D-6E8A-4147-A177-3AD203B41FA5}">
                      <a16:colId xmlns:a16="http://schemas.microsoft.com/office/drawing/2014/main" val="3215506624"/>
                    </a:ext>
                  </a:extLst>
                </a:gridCol>
                <a:gridCol w="1598294">
                  <a:extLst>
                    <a:ext uri="{9D8B030D-6E8A-4147-A177-3AD203B41FA5}">
                      <a16:colId xmlns:a16="http://schemas.microsoft.com/office/drawing/2014/main" val="996185807"/>
                    </a:ext>
                  </a:extLst>
                </a:gridCol>
              </a:tblGrid>
              <a:tr h="29755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chemeClr val="bg1"/>
                          </a:solidFill>
                          <a:effectLst/>
                        </a:rPr>
                        <a:t>Region</a:t>
                      </a:r>
                      <a:endParaRPr lang="en-US" sz="24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chemeClr val="bg1"/>
                          </a:solidFill>
                          <a:effectLst/>
                        </a:rPr>
                        <a:t>Relevant Hemisphere</a:t>
                      </a:r>
                      <a:endParaRPr lang="en-US" sz="24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chemeClr val="bg1"/>
                          </a:solidFill>
                          <a:effectLst/>
                        </a:rPr>
                        <a:t>Global</a:t>
                      </a:r>
                      <a:endParaRPr lang="en-US" sz="24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7990" marR="67990" marT="45326" marB="45326"/>
                </a:tc>
                <a:extLst>
                  <a:ext uri="{0D108BD9-81ED-4DB2-BD59-A6C34878D82A}">
                    <a16:rowId xmlns:a16="http://schemas.microsoft.com/office/drawing/2014/main" val="3535748991"/>
                  </a:ext>
                </a:extLst>
              </a:tr>
              <a:tr h="197198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Eastern EU</a:t>
                      </a:r>
                      <a:endParaRPr lang="en-US" sz="16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EA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0.5020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ENSO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0.1056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251235143"/>
                  </a:ext>
                </a:extLst>
              </a:tr>
              <a:tr h="18834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Western EU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EA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0.4725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ENSO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0.1268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2585774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Black Sea Region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EAWR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-0.4722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EMI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-0.0892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4098186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Midwest US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EPNP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-0.4295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EMI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-0.1460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832829636"/>
                  </a:ext>
                </a:extLst>
              </a:tr>
              <a:tr h="13230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Northeast US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EPNP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-0.3512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EMI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-0.1754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426635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East Asia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EA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0.3384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EMI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-0.1230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2742370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Southern Brazil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TSA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0.2680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ENSO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0.2365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862607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Southern Plains US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EPNP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-0.2673 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IPO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-0.1857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2679626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Northern Brazil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TSA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0.2470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ENSO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0.2975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4120361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Western AU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SOI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-0.1981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ENSO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0.2375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184701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India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PDO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0.1790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ENSO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0.1982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823000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Eastern AU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TSA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0.1525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ENSO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0.2192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516434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Argentina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TPI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0.1355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IPO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-0.0442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70557437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1915019-5A27-3959-58E5-FF941280A706}"/>
              </a:ext>
            </a:extLst>
          </p:cNvPr>
          <p:cNvSpPr txBox="1"/>
          <p:nvPr/>
        </p:nvSpPr>
        <p:spPr>
          <a:xfrm>
            <a:off x="624043" y="1352134"/>
            <a:ext cx="484545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Temperature </a:t>
            </a:r>
          </a:p>
          <a:p>
            <a:pPr algn="ctr"/>
            <a:r>
              <a:rPr lang="en-US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US" sz="16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Strongest Correlation for All Months</a:t>
            </a:r>
            <a:endParaRPr lang="en-US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DEBD3E-2018-B587-071D-2A59865A0865}"/>
              </a:ext>
            </a:extLst>
          </p:cNvPr>
          <p:cNvSpPr txBox="1"/>
          <p:nvPr/>
        </p:nvSpPr>
        <p:spPr>
          <a:xfrm>
            <a:off x="6722502" y="1352134"/>
            <a:ext cx="484545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Precipitation </a:t>
            </a:r>
          </a:p>
          <a:p>
            <a:pPr algn="ctr"/>
            <a:r>
              <a:rPr lang="en-US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US" sz="16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Strongest Correlation for All Months</a:t>
            </a:r>
            <a:endParaRPr lang="en-US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53870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D69F9-4BF6-06E4-EAF9-E870B5516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CFF2B3-C7C9-D135-1FAC-F43EB42A9B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32460" y="73680"/>
            <a:ext cx="8927079" cy="6710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5597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6F4CB-D173-7571-A354-FE69F46D5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D0DBCA-35FD-1064-A8E7-9184649BE5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32460" y="73680"/>
            <a:ext cx="8927079" cy="6710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247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FA846-8CA2-976A-712E-8BB532595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148C52-D858-C69C-17D2-D459EA6F69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240" y="3414862"/>
            <a:ext cx="8113520" cy="33743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610953-38D2-AFB9-399F-5BA6FFFA16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240" y="74350"/>
            <a:ext cx="8113520" cy="3374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32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64DB4-286C-AB65-9F14-4C74EE168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562429-33BB-172A-FA12-DDADF207D2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81240" y="3416867"/>
            <a:ext cx="7029520" cy="33723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F2682B-CFAA-963F-7EB6-10BDB1063C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81240" y="74350"/>
            <a:ext cx="7029520" cy="3374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7340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35D95-8F8C-D7F5-2906-7D06F2998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93BF69-93D0-1179-8A80-0D70EFA131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625" y="78292"/>
            <a:ext cx="11244749" cy="6701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7040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95A39-188E-D4E6-8268-DB233325B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5A6BC0-0001-55B3-9492-3A36FA62E4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56458" y="482167"/>
            <a:ext cx="11879083" cy="5893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9104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E6D68-A3B8-4C8E-F363-078CD613F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861AE-6511-1D0B-A0AF-4ECAC910C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D5902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Expected Results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A79E7A5-3F44-7AAF-8CC9-7557345D6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Model predictions will </a:t>
            </a:r>
            <a:r>
              <a:rPr lang="en-US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generally</a:t>
            </a:r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US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reflect</a:t>
            </a:r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the correlations that were found beforehand</a:t>
            </a:r>
          </a:p>
          <a:p>
            <a:pPr lvl="1"/>
            <a:r>
              <a:rPr lang="en-US" u="sng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Sign</a:t>
            </a:r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and </a:t>
            </a:r>
            <a:r>
              <a:rPr lang="en-US" u="sng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magnitude</a:t>
            </a:r>
          </a:p>
          <a:p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Potentially </a:t>
            </a:r>
            <a:r>
              <a:rPr lang="en-US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limited skill </a:t>
            </a:r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regarding intra-annual variability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Using a multiple regression model should still offer better results than a simple linear regression model</a:t>
            </a:r>
          </a:p>
          <a:p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Output should include </a:t>
            </a:r>
            <a:r>
              <a:rPr lang="en-US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tercile-based categories </a:t>
            </a:r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and offer </a:t>
            </a:r>
            <a:r>
              <a:rPr lang="en-US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uncertainty metrics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Above/Below/Near average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Tercile probabilities</a:t>
            </a:r>
          </a:p>
        </p:txBody>
      </p:sp>
    </p:spTree>
    <p:extLst>
      <p:ext uri="{BB962C8B-B14F-4D97-AF65-F5344CB8AC3E}">
        <p14:creationId xmlns:p14="http://schemas.microsoft.com/office/powerpoint/2010/main" val="1742575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283CD-0025-6385-469F-DC26FD891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061C4-DC85-AC34-891B-FC9EB4F60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D5902B"/>
                </a:solidFill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</a:rPr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18BF7-2D9B-7C68-C564-5339AB120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Turning correlation analysis into an actionable model</a:t>
            </a:r>
          </a:p>
          <a:p>
            <a:pPr lvl="1"/>
            <a:r>
              <a:rPr lang="en-US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Take forecasted indices and use the correlation trends to forecast temperature and </a:t>
            </a:r>
            <a:r>
              <a:rPr lang="en-US" dirty="0" err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precip</a:t>
            </a:r>
            <a:r>
              <a:rPr lang="en-US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. anomalies</a:t>
            </a:r>
          </a:p>
          <a:p>
            <a:r>
              <a:rPr lang="en-US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Possible statistical approach (Multi-Linear Regression)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Well-established method of analyzing multiple predictive variables</a:t>
            </a:r>
          </a:p>
          <a:p>
            <a:pPr lvl="1"/>
            <a:r>
              <a:rPr lang="en-US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Concerns about how it may handle </a:t>
            </a:r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intra-annual variability and probability</a:t>
            </a:r>
          </a:p>
          <a:p>
            <a:r>
              <a:rPr lang="en-US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Possible ML approach</a:t>
            </a:r>
          </a:p>
          <a:p>
            <a:pPr lvl="1"/>
            <a:r>
              <a:rPr lang="en-US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Could offer more insights and determine more accurate patterns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Limited by team's prior experience on the subject matter</a:t>
            </a:r>
          </a:p>
          <a:p>
            <a:r>
              <a:rPr lang="en-US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Possible "Proxy Years" product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Attempt to match forecasted index values with the closest historical analog</a:t>
            </a:r>
          </a:p>
        </p:txBody>
      </p:sp>
    </p:spTree>
    <p:extLst>
      <p:ext uri="{BB962C8B-B14F-4D97-AF65-F5344CB8AC3E}">
        <p14:creationId xmlns:p14="http://schemas.microsoft.com/office/powerpoint/2010/main" val="280474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ABC5B-0448-310E-7A62-8979D8159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E5998-C03A-48D7-F978-4AF77E0D9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D5902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A8E3C-FF61-E16A-CA69-6BEDF499F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AS, 2024: WLS. Amazonaws.com,. </a:t>
            </a:r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https://rstudio-pubs-static.s3.amazonaws.com/1248584_e57ba116e2fb4f97995987db27b7cc67.html </a:t>
            </a:r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(Accessed March 1, 2026).</a:t>
            </a:r>
          </a:p>
          <a:p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Breusch, T. S., and A. R. Pagan, 1979: A Simple Test for Heteroscedasticity and Random Coefficient Variation. </a:t>
            </a:r>
            <a:r>
              <a:rPr lang="en-US" sz="2000" err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Econometrica</a:t>
            </a:r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, 47, 1287–1294, </a:t>
            </a:r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https://doi.org/10.2307/1911963</a:t>
            </a:r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.</a:t>
            </a:r>
          </a:p>
          <a:p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González-Pérez, A., R. Álvarez-Esteban, A. Penas, and S. Del Río, 2022: Analysis of recent rainfall trends and links to teleconnection patterns in California (U.S.). Journal of Hydrology, 612, 128211, </a:t>
            </a:r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https://doi.org/10.1016/j.jhydrol.2022.128211</a:t>
            </a:r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.</a:t>
            </a:r>
          </a:p>
          <a:p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Goodrich, G. B., and J. M. Walker, 2011: The Influence of the PDO on Winter Precipitation During High- and Low-Index ENSO Conditions in the Eastern United States. Physical Geography, 32, 295–312, </a:t>
            </a:r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https://doi.org/10.2747/0272-3646.32.4.295</a:t>
            </a:r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11985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E2F77-AF6A-9424-7A04-53A1CBDEC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E7064-C608-14DF-2CDC-23B48FEC1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D5902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0743F-CB04-2EFE-7FBC-42F72085D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NASA Johnson Space Center, 2021: ISS064-E-48480.</a:t>
            </a:r>
          </a:p>
          <a:p>
            <a:r>
              <a:rPr lang="en-US" sz="2000" err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Perktold</a:t>
            </a:r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, J., S. Seabold, J. Taylor, and statsmodels-developers, 2025: statsmodels. www.statsmodels.org,. </a:t>
            </a:r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https://www.statsmodels.org/stable/index.html</a:t>
            </a:r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.</a:t>
            </a:r>
          </a:p>
          <a:p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Reid, A.-K., and N. Allum, 2019: Learn to Test for Heteroscedasticity in Stata With Data From the Canadian Fuel Consumption Report (2015). SAGE Publications, Ltd. </a:t>
            </a:r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https://doi.org/10.4135/9781526472601</a:t>
            </a:r>
            <a:endParaRPr lang="en-US" sz="200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Zhang, N., T. B. Pathak, L. E. Parker, and S. M. Ostoja, 2021: Impacts of large-scale teleconnection indices on chill accumulation for specialty crops in California. Science of The Total Environment, 791, 148025, </a:t>
            </a:r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https://doi.org/10.1016/j.scitotenv.2021.148025</a:t>
            </a:r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75238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23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Predictive Global Climate Modeling Using Teleconnection Patterns</vt:lpstr>
      <vt:lpstr>Background</vt:lpstr>
      <vt:lpstr>Long-Term Forecasting Challenges</vt:lpstr>
      <vt:lpstr>Teleconnections</vt:lpstr>
      <vt:lpstr>Teleconnections</vt:lpstr>
      <vt:lpstr>Teleconnections</vt:lpstr>
      <vt:lpstr>PowerPoint Presentation</vt:lpstr>
      <vt:lpstr>PowerPoint Presentation</vt:lpstr>
      <vt:lpstr>Data Sources</vt:lpstr>
      <vt:lpstr>Methods</vt:lpstr>
      <vt:lpstr>Methods</vt:lpstr>
      <vt:lpstr>Methods</vt:lpstr>
      <vt:lpstr>Preliminary 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Expected Results</vt:lpstr>
      <vt:lpstr>Future Work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6</cp:revision>
  <dcterms:created xsi:type="dcterms:W3CDTF">2026-02-23T14:55:35Z</dcterms:created>
  <dcterms:modified xsi:type="dcterms:W3CDTF">2026-03-04T15:14:15Z</dcterms:modified>
</cp:coreProperties>
</file>