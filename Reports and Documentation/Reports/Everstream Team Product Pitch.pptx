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6e4444d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86e4444d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86e4444d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86e4444d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6e4444d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86e4444d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Everstream Team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Pitch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By Tyson Stewart, Landon Moeller, Owen Cutinello, Matthew Woods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30000" y="1318650"/>
            <a:ext cx="33009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Work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16219" r="0" t="0"/>
          <a:stretch/>
        </p:blipFill>
        <p:spPr>
          <a:xfrm>
            <a:off x="4819301" y="1093373"/>
            <a:ext cx="3864200" cy="3567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1225" y="1924950"/>
            <a:ext cx="3300900" cy="24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Has shown the value of teleconnections on temperature and precipitation trends.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But, has been limited to a specific region, a specific teleconnection, and/or specific variables.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</a:rPr>
              <a:t>This makes using teleconnection data for seasonal/long-term forecasting more challenging and time-consuming.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100850"/>
            <a:ext cx="48861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How we want to fix this</a:t>
            </a:r>
            <a:endParaRPr sz="3300"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876000"/>
            <a:ext cx="3097376" cy="25206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29400" y="4396625"/>
            <a:ext cx="30975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Multi-teleconnection analysis of temperature and precipitation trends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713" y="1853850"/>
            <a:ext cx="3459026" cy="254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4843275" y="4396625"/>
            <a:ext cx="33819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Concise visualizations that can be acted upon in an operational setting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64999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“Provide risk analysis and predictive insights to help global companies turn supply chains into business-changing, market-shifting, competition-crushing assets.”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