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70" r:id="rId5"/>
    <p:sldId id="261" r:id="rId6"/>
    <p:sldId id="282" r:id="rId7"/>
    <p:sldId id="278" r:id="rId8"/>
    <p:sldId id="266" r:id="rId9"/>
    <p:sldId id="286" r:id="rId10"/>
    <p:sldId id="265" r:id="rId11"/>
    <p:sldId id="285" r:id="rId12"/>
    <p:sldId id="291" r:id="rId13"/>
    <p:sldId id="299" r:id="rId14"/>
    <p:sldId id="290" r:id="rId15"/>
    <p:sldId id="275" r:id="rId16"/>
    <p:sldId id="273" r:id="rId17"/>
    <p:sldId id="300" r:id="rId18"/>
    <p:sldId id="301" r:id="rId19"/>
    <p:sldId id="269" r:id="rId20"/>
    <p:sldId id="277" r:id="rId21"/>
    <p:sldId id="293" r:id="rId22"/>
    <p:sldId id="295" r:id="rId23"/>
    <p:sldId id="294" r:id="rId24"/>
    <p:sldId id="302" r:id="rId25"/>
    <p:sldId id="303" r:id="rId26"/>
    <p:sldId id="263" r:id="rId27"/>
    <p:sldId id="298" r:id="rId28"/>
    <p:sldId id="260" r:id="rId29"/>
    <p:sldId id="292" r:id="rId30"/>
    <p:sldId id="259" r:id="rId31"/>
    <p:sldId id="283" r:id="rId32"/>
    <p:sldId id="296" r:id="rId33"/>
    <p:sldId id="29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931A"/>
    <a:srgbClr val="F5D137"/>
    <a:srgbClr val="D5902B"/>
    <a:srgbClr val="023074"/>
    <a:srgbClr val="0076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3C666-C70D-0940-2300-F1353F414034}" v="3" dt="2026-04-29T14:18:53.820"/>
    <p1510:client id="{2AD393CF-F755-BDA1-548E-E7858C913FC0}" v="54" dt="2026-04-28T21:58:07.475"/>
    <p1510:client id="{36E04616-B06D-67A1-4611-A5020A6BA964}" v="287" dt="2026-04-29T02:09:52.312"/>
    <p1510:client id="{85F344C0-1FA4-873D-8FAF-8D12C95CCE3D}" v="8" dt="2026-04-29T14:15:58.864"/>
    <p1510:client id="{94AF1424-492F-4EB7-9D98-25C38D488B3E}" v="1951" dt="2026-04-29T02:15:49.495"/>
    <p1510:client id="{B2EFE432-BC8A-A113-02CE-082FAEDE5281}" v="96" dt="2026-04-28T20:42:39.785"/>
    <p1510:client id="{DB94601E-484C-43FE-B5F0-3767ED89122B}" v="1864" dt="2026-04-29T05:48:21.315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Woods" userId="S::z2067091@students.niu.edu::6123b5f2-a748-40e4-822a-d8d2e65ed02e" providerId="AD" clId="Web-{36E04616-B06D-67A1-4611-A5020A6BA964}"/>
    <pc:docChg chg="modSld">
      <pc:chgData name="Matthew Woods" userId="S::z2067091@students.niu.edu::6123b5f2-a748-40e4-822a-d8d2e65ed02e" providerId="AD" clId="Web-{36E04616-B06D-67A1-4611-A5020A6BA964}" dt="2026-04-29T02:09:49.984" v="236" actId="20577"/>
      <pc:docMkLst>
        <pc:docMk/>
      </pc:docMkLst>
      <pc:sldChg chg="modSp">
        <pc:chgData name="Matthew Woods" userId="S::z2067091@students.niu.edu::6123b5f2-a748-40e4-822a-d8d2e65ed02e" providerId="AD" clId="Web-{36E04616-B06D-67A1-4611-A5020A6BA964}" dt="2026-04-28T23:08:40.646" v="171" actId="1076"/>
        <pc:sldMkLst>
          <pc:docMk/>
          <pc:sldMk cId="3672559710" sldId="273"/>
        </pc:sldMkLst>
        <pc:picChg chg="mod">
          <ac:chgData name="Matthew Woods" userId="S::z2067091@students.niu.edu::6123b5f2-a748-40e4-822a-d8d2e65ed02e" providerId="AD" clId="Web-{36E04616-B06D-67A1-4611-A5020A6BA964}" dt="2026-04-28T23:08:37.818" v="170" actId="1076"/>
          <ac:picMkLst>
            <pc:docMk/>
            <pc:sldMk cId="3672559710" sldId="273"/>
            <ac:picMk id="2" creationId="{BDD0DBCA-35FD-1064-A8E7-9184649BE591}"/>
          </ac:picMkLst>
        </pc:picChg>
        <pc:picChg chg="mod">
          <ac:chgData name="Matthew Woods" userId="S::z2067091@students.niu.edu::6123b5f2-a748-40e4-822a-d8d2e65ed02e" providerId="AD" clId="Web-{36E04616-B06D-67A1-4611-A5020A6BA964}" dt="2026-04-28T23:08:40.646" v="171" actId="1076"/>
          <ac:picMkLst>
            <pc:docMk/>
            <pc:sldMk cId="3672559710" sldId="273"/>
            <ac:picMk id="5" creationId="{B8CFF2B3-C7C9-D135-1FAC-F43EB42A9B29}"/>
          </ac:picMkLst>
        </pc:picChg>
      </pc:sldChg>
      <pc:sldChg chg="modSp">
        <pc:chgData name="Matthew Woods" userId="S::z2067091@students.niu.edu::6123b5f2-a748-40e4-822a-d8d2e65ed02e" providerId="AD" clId="Web-{36E04616-B06D-67A1-4611-A5020A6BA964}" dt="2026-04-28T22:46:57.544" v="167"/>
        <pc:sldMkLst>
          <pc:docMk/>
          <pc:sldMk cId="1753870251" sldId="275"/>
        </pc:sldMkLst>
        <pc:graphicFrameChg chg="mod modGraphic">
          <ac:chgData name="Matthew Woods" userId="S::z2067091@students.niu.edu::6123b5f2-a748-40e4-822a-d8d2e65ed02e" providerId="AD" clId="Web-{36E04616-B06D-67A1-4611-A5020A6BA964}" dt="2026-04-28T22:46:57.544" v="167"/>
          <ac:graphicFrameMkLst>
            <pc:docMk/>
            <pc:sldMk cId="1753870251" sldId="275"/>
            <ac:graphicFrameMk id="11" creationId="{9FEDE343-5761-93E2-0A02-5B6C41AF953A}"/>
          </ac:graphicFrameMkLst>
        </pc:graphicFrameChg>
      </pc:sldChg>
      <pc:sldChg chg="addSp modSp">
        <pc:chgData name="Matthew Woods" userId="S::z2067091@students.niu.edu::6123b5f2-a748-40e4-822a-d8d2e65ed02e" providerId="AD" clId="Web-{36E04616-B06D-67A1-4611-A5020A6BA964}" dt="2026-04-29T02:09:49.984" v="236" actId="20577"/>
        <pc:sldMkLst>
          <pc:docMk/>
          <pc:sldMk cId="2812917658" sldId="292"/>
        </pc:sldMkLst>
        <pc:spChg chg="add mod">
          <ac:chgData name="Matthew Woods" userId="S::z2067091@students.niu.edu::6123b5f2-a748-40e4-822a-d8d2e65ed02e" providerId="AD" clId="Web-{36E04616-B06D-67A1-4611-A5020A6BA964}" dt="2026-04-29T02:09:49.984" v="236" actId="20577"/>
          <ac:spMkLst>
            <pc:docMk/>
            <pc:sldMk cId="2812917658" sldId="292"/>
            <ac:spMk id="8" creationId="{294CAA0A-4F4A-5880-C249-3B3A4439AE0C}"/>
          </ac:spMkLst>
        </pc:spChg>
        <pc:picChg chg="add mod modCrop">
          <ac:chgData name="Matthew Woods" userId="S::z2067091@students.niu.edu::6123b5f2-a748-40e4-822a-d8d2e65ed02e" providerId="AD" clId="Web-{36E04616-B06D-67A1-4611-A5020A6BA964}" dt="2026-04-29T02:08:41.844" v="180" actId="1076"/>
          <ac:picMkLst>
            <pc:docMk/>
            <pc:sldMk cId="2812917658" sldId="292"/>
            <ac:picMk id="6" creationId="{7FBBAD7E-D4CE-287C-4A1C-FD913E433C55}"/>
          </ac:picMkLst>
        </pc:picChg>
      </pc:sldChg>
    </pc:docChg>
  </pc:docChgLst>
  <pc:docChgLst>
    <pc:chgData name="Matthew Woods" userId="S::z2067091@students.niu.edu::6123b5f2-a748-40e4-822a-d8d2e65ed02e" providerId="AD" clId="Web-{5EEEB75E-B574-B53A-D063-FF8189FBBCE6}"/>
    <pc:docChg chg="modSld">
      <pc:chgData name="Matthew Woods" userId="S::z2067091@students.niu.edu::6123b5f2-a748-40e4-822a-d8d2e65ed02e" providerId="AD" clId="Web-{5EEEB75E-B574-B53A-D063-FF8189FBBCE6}" dt="2026-04-27T16:13:26.677" v="219"/>
      <pc:docMkLst>
        <pc:docMk/>
      </pc:docMkLst>
      <pc:sldChg chg="modSp">
        <pc:chgData name="Matthew Woods" userId="S::z2067091@students.niu.edu::6123b5f2-a748-40e4-822a-d8d2e65ed02e" providerId="AD" clId="Web-{5EEEB75E-B574-B53A-D063-FF8189FBBCE6}" dt="2026-04-27T16:13:26.677" v="219"/>
        <pc:sldMkLst>
          <pc:docMk/>
          <pc:sldMk cId="1753870251" sldId="275"/>
        </pc:sldMkLst>
        <pc:graphicFrameChg chg="mod modGraphic">
          <ac:chgData name="Matthew Woods" userId="S::z2067091@students.niu.edu::6123b5f2-a748-40e4-822a-d8d2e65ed02e" providerId="AD" clId="Web-{5EEEB75E-B574-B53A-D063-FF8189FBBCE6}" dt="2026-04-27T16:13:26.677" v="219"/>
          <ac:graphicFrameMkLst>
            <pc:docMk/>
            <pc:sldMk cId="1753870251" sldId="275"/>
            <ac:graphicFrameMk id="11" creationId="{9FEDE343-5761-93E2-0A02-5B6C41AF953A}"/>
          </ac:graphicFrameMkLst>
        </pc:graphicFrameChg>
      </pc:sldChg>
    </pc:docChg>
  </pc:docChgLst>
  <pc:docChgLst>
    <pc:chgData name="Tyson Stewart" userId="S::z2039957@students.niu.edu::8e2b140b-85bc-4b41-b8fc-f7a99c36e0e2" providerId="AD" clId="Web-{85F344C0-1FA4-873D-8FAF-8D12C95CCE3D}"/>
    <pc:docChg chg="modSld">
      <pc:chgData name="Tyson Stewart" userId="S::z2039957@students.niu.edu::8e2b140b-85bc-4b41-b8fc-f7a99c36e0e2" providerId="AD" clId="Web-{85F344C0-1FA4-873D-8FAF-8D12C95CCE3D}" dt="2026-04-29T14:15:58.864" v="6" actId="1076"/>
      <pc:docMkLst>
        <pc:docMk/>
      </pc:docMkLst>
      <pc:sldChg chg="addSp delSp modSp">
        <pc:chgData name="Tyson Stewart" userId="S::z2039957@students.niu.edu::8e2b140b-85bc-4b41-b8fc-f7a99c36e0e2" providerId="AD" clId="Web-{85F344C0-1FA4-873D-8FAF-8D12C95CCE3D}" dt="2026-04-29T14:15:58.864" v="6" actId="1076"/>
        <pc:sldMkLst>
          <pc:docMk/>
          <pc:sldMk cId="623662667" sldId="302"/>
        </pc:sldMkLst>
        <pc:picChg chg="add mod">
          <ac:chgData name="Tyson Stewart" userId="S::z2039957@students.niu.edu::8e2b140b-85bc-4b41-b8fc-f7a99c36e0e2" providerId="AD" clId="Web-{85F344C0-1FA4-873D-8FAF-8D12C95CCE3D}" dt="2026-04-29T14:15:58.864" v="6" actId="1076"/>
          <ac:picMkLst>
            <pc:docMk/>
            <pc:sldMk cId="623662667" sldId="302"/>
            <ac:picMk id="2" creationId="{C992EBD4-1010-EF68-12E4-2550722130A2}"/>
          </ac:picMkLst>
        </pc:picChg>
        <pc:picChg chg="del">
          <ac:chgData name="Tyson Stewart" userId="S::z2039957@students.niu.edu::8e2b140b-85bc-4b41-b8fc-f7a99c36e0e2" providerId="AD" clId="Web-{85F344C0-1FA4-873D-8FAF-8D12C95CCE3D}" dt="2026-04-29T14:15:30.692" v="0"/>
          <ac:picMkLst>
            <pc:docMk/>
            <pc:sldMk cId="623662667" sldId="302"/>
            <ac:picMk id="4" creationId="{CEA92357-041F-9F5C-8D2F-7EDB2212AE01}"/>
          </ac:picMkLst>
        </pc:picChg>
      </pc:sldChg>
    </pc:docChg>
  </pc:docChgLst>
  <pc:docChgLst>
    <pc:chgData name="Owen Cutinello" userId="S::z2015426@students.niu.edu::8e439275-a909-42ed-8170-28f703da3109" providerId="AD" clId="Web-{2AD393CF-F755-BDA1-548E-E7858C913FC0}"/>
    <pc:docChg chg="modSld">
      <pc:chgData name="Owen Cutinello" userId="S::z2015426@students.niu.edu::8e439275-a909-42ed-8170-28f703da3109" providerId="AD" clId="Web-{2AD393CF-F755-BDA1-548E-E7858C913FC0}" dt="2026-04-28T21:58:07.475" v="26" actId="20577"/>
      <pc:docMkLst>
        <pc:docMk/>
      </pc:docMkLst>
      <pc:sldChg chg="modSp">
        <pc:chgData name="Owen Cutinello" userId="S::z2015426@students.niu.edu::8e439275-a909-42ed-8170-28f703da3109" providerId="AD" clId="Web-{2AD393CF-F755-BDA1-548E-E7858C913FC0}" dt="2026-04-28T21:58:07.475" v="26" actId="20577"/>
        <pc:sldMkLst>
          <pc:docMk/>
          <pc:sldMk cId="2812917658" sldId="292"/>
        </pc:sldMkLst>
        <pc:spChg chg="mod">
          <ac:chgData name="Owen Cutinello" userId="S::z2015426@students.niu.edu::8e439275-a909-42ed-8170-28f703da3109" providerId="AD" clId="Web-{2AD393CF-F755-BDA1-548E-E7858C913FC0}" dt="2026-04-28T21:58:07.475" v="26" actId="20577"/>
          <ac:spMkLst>
            <pc:docMk/>
            <pc:sldMk cId="2812917658" sldId="292"/>
            <ac:spMk id="7" creationId="{CE8A4D34-4A7B-C120-217B-8F393921AA7D}"/>
          </ac:spMkLst>
        </pc:spChg>
      </pc:sldChg>
    </pc:docChg>
  </pc:docChgLst>
  <pc:docChgLst>
    <pc:chgData name="Tyson Stewart" userId="S::z2039957@students.niu.edu::8e2b140b-85bc-4b41-b8fc-f7a99c36e0e2" providerId="AD" clId="Web-{B4380D35-7267-4183-CBDC-CA19B04D1422}"/>
    <pc:docChg chg="addSld delSld modSld sldOrd">
      <pc:chgData name="Tyson Stewart" userId="S::z2039957@students.niu.edu::8e2b140b-85bc-4b41-b8fc-f7a99c36e0e2" providerId="AD" clId="Web-{B4380D35-7267-4183-CBDC-CA19B04D1422}" dt="2026-04-06T15:13:16.204" v="121" actId="20577"/>
      <pc:docMkLst>
        <pc:docMk/>
      </pc:docMkLst>
      <pc:sldChg chg="addSp delSp modSp mod modClrScheme chgLayout">
        <pc:chgData name="Tyson Stewart" userId="S::z2039957@students.niu.edu::8e2b140b-85bc-4b41-b8fc-f7a99c36e0e2" providerId="AD" clId="Web-{B4380D35-7267-4183-CBDC-CA19B04D1422}" dt="2026-04-06T14:59:03.619" v="39" actId="20577"/>
        <pc:sldMkLst>
          <pc:docMk/>
          <pc:sldMk cId="836972721" sldId="261"/>
        </pc:sldMkLst>
        <pc:spChg chg="mod ord">
          <ac:chgData name="Tyson Stewart" userId="S::z2039957@students.niu.edu::8e2b140b-85bc-4b41-b8fc-f7a99c36e0e2" providerId="AD" clId="Web-{B4380D35-7267-4183-CBDC-CA19B04D1422}" dt="2026-04-06T14:56:19.879" v="0"/>
          <ac:spMkLst>
            <pc:docMk/>
            <pc:sldMk cId="836972721" sldId="261"/>
            <ac:spMk id="2" creationId="{D01F7200-3333-FF3F-3BEA-803F634630CA}"/>
          </ac:spMkLst>
        </pc:spChg>
        <pc:spChg chg="mod ord">
          <ac:chgData name="Tyson Stewart" userId="S::z2039957@students.niu.edu::8e2b140b-85bc-4b41-b8fc-f7a99c36e0e2" providerId="AD" clId="Web-{B4380D35-7267-4183-CBDC-CA19B04D1422}" dt="2026-04-06T14:59:03.619" v="39" actId="20577"/>
          <ac:spMkLst>
            <pc:docMk/>
            <pc:sldMk cId="836972721" sldId="261"/>
            <ac:spMk id="3" creationId="{5AC11B74-B908-F846-1AD0-4E5A96913113}"/>
          </ac:spMkLst>
        </pc:spChg>
        <pc:picChg chg="mod">
          <ac:chgData name="Tyson Stewart" userId="S::z2039957@students.niu.edu::8e2b140b-85bc-4b41-b8fc-f7a99c36e0e2" providerId="AD" clId="Web-{B4380D35-7267-4183-CBDC-CA19B04D1422}" dt="2026-04-06T14:58:38.852" v="30" actId="1076"/>
          <ac:picMkLst>
            <pc:docMk/>
            <pc:sldMk cId="836972721" sldId="261"/>
            <ac:picMk id="5" creationId="{D1838A0D-1331-F051-230B-3F443B4C72CB}"/>
          </ac:picMkLst>
        </pc:picChg>
        <pc:picChg chg="mod">
          <ac:chgData name="Tyson Stewart" userId="S::z2039957@students.niu.edu::8e2b140b-85bc-4b41-b8fc-f7a99c36e0e2" providerId="AD" clId="Web-{B4380D35-7267-4183-CBDC-CA19B04D1422}" dt="2026-04-06T14:57:05.521" v="13" actId="1076"/>
          <ac:picMkLst>
            <pc:docMk/>
            <pc:sldMk cId="836972721" sldId="261"/>
            <ac:picMk id="7" creationId="{A85B540B-0C11-CFA8-77B1-A11B222FD703}"/>
          </ac:picMkLst>
        </pc:picChg>
        <pc:picChg chg="mod">
          <ac:chgData name="Tyson Stewart" userId="S::z2039957@students.niu.edu::8e2b140b-85bc-4b41-b8fc-f7a99c36e0e2" providerId="AD" clId="Web-{B4380D35-7267-4183-CBDC-CA19B04D1422}" dt="2026-04-06T14:58:42.852" v="31" actId="1076"/>
          <ac:picMkLst>
            <pc:docMk/>
            <pc:sldMk cId="836972721" sldId="261"/>
            <ac:picMk id="11" creationId="{5CE33A1E-7851-2AF2-E7E5-60550F0A8C58}"/>
          </ac:picMkLst>
        </pc:picChg>
      </pc:sldChg>
      <pc:sldChg chg="addSp modSp">
        <pc:chgData name="Tyson Stewart" userId="S::z2039957@students.niu.edu::8e2b140b-85bc-4b41-b8fc-f7a99c36e0e2" providerId="AD" clId="Web-{B4380D35-7267-4183-CBDC-CA19B04D1422}" dt="2026-04-06T14:59:55.854" v="45"/>
        <pc:sldMkLst>
          <pc:docMk/>
          <pc:sldMk cId="2132610012" sldId="265"/>
        </pc:sldMkLst>
      </pc:sldChg>
      <pc:sldChg chg="addSp modSp">
        <pc:chgData name="Tyson Stewart" userId="S::z2039957@students.niu.edu::8e2b140b-85bc-4b41-b8fc-f7a99c36e0e2" providerId="AD" clId="Web-{B4380D35-7267-4183-CBDC-CA19B04D1422}" dt="2026-04-06T14:59:51.042" v="42"/>
        <pc:sldMkLst>
          <pc:docMk/>
          <pc:sldMk cId="2441228111" sldId="266"/>
        </pc:sldMkLst>
      </pc:sldChg>
      <pc:sldChg chg="addSp delSp modSp add mod ord replId modClrScheme chgLayout">
        <pc:chgData name="Tyson Stewart" userId="S::z2039957@students.niu.edu::8e2b140b-85bc-4b41-b8fc-f7a99c36e0e2" providerId="AD" clId="Web-{B4380D35-7267-4183-CBDC-CA19B04D1422}" dt="2026-04-06T15:01:11.215" v="97" actId="20577"/>
        <pc:sldMkLst>
          <pc:docMk/>
          <pc:sldMk cId="3440198696" sldId="285"/>
        </pc:sldMkLst>
        <pc:spChg chg="mod ord">
          <ac:chgData name="Tyson Stewart" userId="S::z2039957@students.niu.edu::8e2b140b-85bc-4b41-b8fc-f7a99c36e0e2" providerId="AD" clId="Web-{B4380D35-7267-4183-CBDC-CA19B04D1422}" dt="2026-04-06T15:00:21.527" v="55"/>
          <ac:spMkLst>
            <pc:docMk/>
            <pc:sldMk cId="3440198696" sldId="285"/>
            <ac:spMk id="2" creationId="{A36B222B-E17A-5E51-E1D2-447B3F55836E}"/>
          </ac:spMkLst>
        </pc:spChg>
        <pc:spChg chg="mod ord">
          <ac:chgData name="Tyson Stewart" userId="S::z2039957@students.niu.edu::8e2b140b-85bc-4b41-b8fc-f7a99c36e0e2" providerId="AD" clId="Web-{B4380D35-7267-4183-CBDC-CA19B04D1422}" dt="2026-04-06T15:01:11.215" v="97" actId="20577"/>
          <ac:spMkLst>
            <pc:docMk/>
            <pc:sldMk cId="3440198696" sldId="285"/>
            <ac:spMk id="3" creationId="{5C253592-84DD-C297-978C-0F7CAD7B5C1E}"/>
          </ac:spMkLst>
        </pc:spChg>
        <pc:spChg chg="add mod ord">
          <ac:chgData name="Tyson Stewart" userId="S::z2039957@students.niu.edu::8e2b140b-85bc-4b41-b8fc-f7a99c36e0e2" providerId="AD" clId="Web-{B4380D35-7267-4183-CBDC-CA19B04D1422}" dt="2026-04-06T15:00:50.246" v="75" actId="20577"/>
          <ac:spMkLst>
            <pc:docMk/>
            <pc:sldMk cId="3440198696" sldId="285"/>
            <ac:spMk id="6" creationId="{2957FEB9-F606-279E-A774-7DBEA160767A}"/>
          </ac:spMkLst>
        </pc:spChg>
        <pc:spChg chg="add mod ord">
          <ac:chgData name="Tyson Stewart" userId="S::z2039957@students.niu.edu::8e2b140b-85bc-4b41-b8fc-f7a99c36e0e2" providerId="AD" clId="Web-{B4380D35-7267-4183-CBDC-CA19B04D1422}" dt="2026-04-06T15:01:07.184" v="96" actId="20577"/>
          <ac:spMkLst>
            <pc:docMk/>
            <pc:sldMk cId="3440198696" sldId="285"/>
            <ac:spMk id="8" creationId="{01F3494E-51EB-DCE3-FF07-9AA9015878A5}"/>
          </ac:spMkLst>
        </pc:spChg>
        <pc:spChg chg="add mod ord">
          <ac:chgData name="Tyson Stewart" userId="S::z2039957@students.niu.edu::8e2b140b-85bc-4b41-b8fc-f7a99c36e0e2" providerId="AD" clId="Web-{B4380D35-7267-4183-CBDC-CA19B04D1422}" dt="2026-04-06T15:00:34.808" v="59" actId="20577"/>
          <ac:spMkLst>
            <pc:docMk/>
            <pc:sldMk cId="3440198696" sldId="285"/>
            <ac:spMk id="9" creationId="{1AF68835-6029-851B-F782-8DF97B7DEE86}"/>
          </ac:spMkLst>
        </pc:spChg>
      </pc:sldChg>
      <pc:sldChg chg="addSp delSp modSp add replId">
        <pc:chgData name="Tyson Stewart" userId="S::z2039957@students.niu.edu::8e2b140b-85bc-4b41-b8fc-f7a99c36e0e2" providerId="AD" clId="Web-{B4380D35-7267-4183-CBDC-CA19B04D1422}" dt="2026-04-06T15:13:16.204" v="121" actId="20577"/>
        <pc:sldMkLst>
          <pc:docMk/>
          <pc:sldMk cId="1961570151" sldId="286"/>
        </pc:sldMkLst>
        <pc:spChg chg="mod">
          <ac:chgData name="Tyson Stewart" userId="S::z2039957@students.niu.edu::8e2b140b-85bc-4b41-b8fc-f7a99c36e0e2" providerId="AD" clId="Web-{B4380D35-7267-4183-CBDC-CA19B04D1422}" dt="2026-04-06T15:13:16.204" v="121" actId="20577"/>
          <ac:spMkLst>
            <pc:docMk/>
            <pc:sldMk cId="1961570151" sldId="286"/>
            <ac:spMk id="2" creationId="{76F66B5D-30D6-05B2-7C30-B415908E6931}"/>
          </ac:spMkLst>
        </pc:spChg>
      </pc:sldChg>
    </pc:docChg>
  </pc:docChgLst>
  <pc:docChgLst>
    <pc:chgData name="Owen Cutinello" userId="S::z2015426@students.niu.edu::8e439275-a909-42ed-8170-28f703da3109" providerId="AD" clId="Web-{B2EFE432-BC8A-A113-02CE-082FAEDE5281}"/>
    <pc:docChg chg="modSld">
      <pc:chgData name="Owen Cutinello" userId="S::z2015426@students.niu.edu::8e439275-a909-42ed-8170-28f703da3109" providerId="AD" clId="Web-{B2EFE432-BC8A-A113-02CE-082FAEDE5281}" dt="2026-04-28T20:42:39.785" v="58" actId="1076"/>
      <pc:docMkLst>
        <pc:docMk/>
      </pc:docMkLst>
      <pc:sldChg chg="addSp delSp modSp">
        <pc:chgData name="Owen Cutinello" userId="S::z2015426@students.niu.edu::8e439275-a909-42ed-8170-28f703da3109" providerId="AD" clId="Web-{B2EFE432-BC8A-A113-02CE-082FAEDE5281}" dt="2026-04-28T20:42:39.785" v="58" actId="1076"/>
        <pc:sldMkLst>
          <pc:docMk/>
          <pc:sldMk cId="2812917658" sldId="292"/>
        </pc:sldMkLst>
        <pc:spChg chg="add del">
          <ac:chgData name="Owen Cutinello" userId="S::z2015426@students.niu.edu::8e439275-a909-42ed-8170-28f703da3109" providerId="AD" clId="Web-{B2EFE432-BC8A-A113-02CE-082FAEDE5281}" dt="2026-04-28T20:35:18.302" v="10"/>
          <ac:spMkLst>
            <pc:docMk/>
            <pc:sldMk cId="2812917658" sldId="292"/>
            <ac:spMk id="6" creationId="{B8EA01C1-4AD3-F226-E94C-385D8A863A77}"/>
          </ac:spMkLst>
        </pc:spChg>
        <pc:spChg chg="add mod">
          <ac:chgData name="Owen Cutinello" userId="S::z2015426@students.niu.edu::8e439275-a909-42ed-8170-28f703da3109" providerId="AD" clId="Web-{B2EFE432-BC8A-A113-02CE-082FAEDE5281}" dt="2026-04-28T20:42:39.785" v="58" actId="1076"/>
          <ac:spMkLst>
            <pc:docMk/>
            <pc:sldMk cId="2812917658" sldId="292"/>
            <ac:spMk id="7" creationId="{CE8A4D34-4A7B-C120-217B-8F393921AA7D}"/>
          </ac:spMkLst>
        </pc:spChg>
        <pc:picChg chg="add mod">
          <ac:chgData name="Owen Cutinello" userId="S::z2015426@students.niu.edu::8e439275-a909-42ed-8170-28f703da3109" providerId="AD" clId="Web-{B2EFE432-BC8A-A113-02CE-082FAEDE5281}" dt="2026-04-28T20:36:26.431" v="53" actId="1076"/>
          <ac:picMkLst>
            <pc:docMk/>
            <pc:sldMk cId="2812917658" sldId="292"/>
            <ac:picMk id="3" creationId="{19E64E62-6977-2E52-D16A-1E8A8A359A5B}"/>
          </ac:picMkLst>
        </pc:picChg>
      </pc:sldChg>
    </pc:docChg>
  </pc:docChgLst>
  <pc:docChgLst>
    <pc:chgData name="Landon Moeller" userId="6c4ecec8-6927-4d7a-893c-9d1afafa0b65" providerId="ADAL" clId="{2C975B97-2FAE-4319-AB75-4CE6C0B2A434}"/>
    <pc:docChg chg="undo custSel addSld delSld modSld sldOrd">
      <pc:chgData name="Landon Moeller" userId="6c4ecec8-6927-4d7a-893c-9d1afafa0b65" providerId="ADAL" clId="{2C975B97-2FAE-4319-AB75-4CE6C0B2A434}" dt="2026-04-29T02:15:49.495" v="2169" actId="122"/>
      <pc:docMkLst>
        <pc:docMk/>
      </pc:docMkLst>
      <pc:sldChg chg="modAnim">
        <pc:chgData name="Landon Moeller" userId="6c4ecec8-6927-4d7a-893c-9d1afafa0b65" providerId="ADAL" clId="{2C975B97-2FAE-4319-AB75-4CE6C0B2A434}" dt="2026-04-28T18:14:09.126" v="2080"/>
        <pc:sldMkLst>
          <pc:docMk/>
          <pc:sldMk cId="2528801175" sldId="257"/>
        </pc:sldMkLst>
      </pc:sldChg>
      <pc:sldChg chg="modSp mod modAnim">
        <pc:chgData name="Landon Moeller" userId="6c4ecec8-6927-4d7a-893c-9d1afafa0b65" providerId="ADAL" clId="{2C975B97-2FAE-4319-AB75-4CE6C0B2A434}" dt="2026-04-28T18:13:56.392" v="2078"/>
        <pc:sldMkLst>
          <pc:docMk/>
          <pc:sldMk cId="4165956437" sldId="258"/>
        </pc:sldMkLst>
        <pc:spChg chg="mod">
          <ac:chgData name="Landon Moeller" userId="6c4ecec8-6927-4d7a-893c-9d1afafa0b65" providerId="ADAL" clId="{2C975B97-2FAE-4319-AB75-4CE6C0B2A434}" dt="2026-04-28T18:13:48.613" v="2077" actId="113"/>
          <ac:spMkLst>
            <pc:docMk/>
            <pc:sldMk cId="4165956437" sldId="258"/>
            <ac:spMk id="3" creationId="{89FD802E-3646-3BCF-8F8A-5B4AF8A0A735}"/>
          </ac:spMkLst>
        </pc:spChg>
      </pc:sldChg>
      <pc:sldChg chg="modSp mod">
        <pc:chgData name="Landon Moeller" userId="6c4ecec8-6927-4d7a-893c-9d1afafa0b65" providerId="ADAL" clId="{2C975B97-2FAE-4319-AB75-4CE6C0B2A434}" dt="2026-04-28T16:51:56.958" v="913" actId="403"/>
        <pc:sldMkLst>
          <pc:docMk/>
          <pc:sldMk cId="2141198516" sldId="259"/>
        </pc:sldMkLst>
        <pc:spChg chg="mod">
          <ac:chgData name="Landon Moeller" userId="6c4ecec8-6927-4d7a-893c-9d1afafa0b65" providerId="ADAL" clId="{2C975B97-2FAE-4319-AB75-4CE6C0B2A434}" dt="2026-04-28T16:51:56.958" v="913" actId="403"/>
          <ac:spMkLst>
            <pc:docMk/>
            <pc:sldMk cId="2141198516" sldId="259"/>
            <ac:spMk id="3" creationId="{3CBA8E3C-FF61-E16A-CA69-6BEDF499F984}"/>
          </ac:spMkLst>
        </pc:spChg>
      </pc:sldChg>
      <pc:sldChg chg="modSp mod modAnim">
        <pc:chgData name="Landon Moeller" userId="6c4ecec8-6927-4d7a-893c-9d1afafa0b65" providerId="ADAL" clId="{2C975B97-2FAE-4319-AB75-4CE6C0B2A434}" dt="2026-04-28T18:48:31.027" v="2152"/>
        <pc:sldMkLst>
          <pc:docMk/>
          <pc:sldMk cId="28047482" sldId="260"/>
        </pc:sldMkLst>
        <pc:spChg chg="mod">
          <ac:chgData name="Landon Moeller" userId="6c4ecec8-6927-4d7a-893c-9d1afafa0b65" providerId="ADAL" clId="{2C975B97-2FAE-4319-AB75-4CE6C0B2A434}" dt="2026-04-28T18:48:17.298" v="2151" actId="20577"/>
          <ac:spMkLst>
            <pc:docMk/>
            <pc:sldMk cId="28047482" sldId="260"/>
            <ac:spMk id="3" creationId="{98A18BF7-2D9B-7C68-C564-5339AB1205A0}"/>
          </ac:spMkLst>
        </pc:spChg>
      </pc:sldChg>
      <pc:sldChg chg="modAnim">
        <pc:chgData name="Landon Moeller" userId="6c4ecec8-6927-4d7a-893c-9d1afafa0b65" providerId="ADAL" clId="{2C975B97-2FAE-4319-AB75-4CE6C0B2A434}" dt="2026-04-28T18:13:19.346" v="2074"/>
        <pc:sldMkLst>
          <pc:docMk/>
          <pc:sldMk cId="836972721" sldId="261"/>
        </pc:sldMkLst>
      </pc:sldChg>
      <pc:sldChg chg="addSp modSp mod modAnim">
        <pc:chgData name="Landon Moeller" userId="6c4ecec8-6927-4d7a-893c-9d1afafa0b65" providerId="ADAL" clId="{2C975B97-2FAE-4319-AB75-4CE6C0B2A434}" dt="2026-04-28T18:48:44.051" v="2153"/>
        <pc:sldMkLst>
          <pc:docMk/>
          <pc:sldMk cId="174257554" sldId="263"/>
        </pc:sldMkLst>
        <pc:spChg chg="mod">
          <ac:chgData name="Landon Moeller" userId="6c4ecec8-6927-4d7a-893c-9d1afafa0b65" providerId="ADAL" clId="{2C975B97-2FAE-4319-AB75-4CE6C0B2A434}" dt="2026-04-28T17:00:41.874" v="955" actId="20577"/>
          <ac:spMkLst>
            <pc:docMk/>
            <pc:sldMk cId="174257554" sldId="263"/>
            <ac:spMk id="2" creationId="{04C861AE-6511-1D0B-A0AF-4ECAC910C862}"/>
          </ac:spMkLst>
        </pc:spChg>
        <pc:spChg chg="mod">
          <ac:chgData name="Landon Moeller" userId="6c4ecec8-6927-4d7a-893c-9d1afafa0b65" providerId="ADAL" clId="{2C975B97-2FAE-4319-AB75-4CE6C0B2A434}" dt="2026-04-28T17:20:21.005" v="1746" actId="20577"/>
          <ac:spMkLst>
            <pc:docMk/>
            <pc:sldMk cId="174257554" sldId="263"/>
            <ac:spMk id="4" creationId="{2A79E7A5-3F44-7AAF-8CC9-7557345D6D01}"/>
          </ac:spMkLst>
        </pc:spChg>
        <pc:picChg chg="add mod">
          <ac:chgData name="Landon Moeller" userId="6c4ecec8-6927-4d7a-893c-9d1afafa0b65" providerId="ADAL" clId="{2C975B97-2FAE-4319-AB75-4CE6C0B2A434}" dt="2026-04-28T17:46:33.975" v="1853" actId="1076"/>
          <ac:picMkLst>
            <pc:docMk/>
            <pc:sldMk cId="174257554" sldId="263"/>
            <ac:picMk id="1026" creationId="{5165BE1A-F209-1974-926C-97D304D45CD5}"/>
          </ac:picMkLst>
        </pc:picChg>
        <pc:picChg chg="add mod">
          <ac:chgData name="Landon Moeller" userId="6c4ecec8-6927-4d7a-893c-9d1afafa0b65" providerId="ADAL" clId="{2C975B97-2FAE-4319-AB75-4CE6C0B2A434}" dt="2026-04-28T17:48:16.604" v="1885" actId="1037"/>
          <ac:picMkLst>
            <pc:docMk/>
            <pc:sldMk cId="174257554" sldId="263"/>
            <ac:picMk id="1028" creationId="{A08E866C-C08B-EB91-FD72-558C87C4D605}"/>
          </ac:picMkLst>
        </pc:picChg>
      </pc:sldChg>
      <pc:sldChg chg="delSp modSp mod modAnim">
        <pc:chgData name="Landon Moeller" userId="6c4ecec8-6927-4d7a-893c-9d1afafa0b65" providerId="ADAL" clId="{2C975B97-2FAE-4319-AB75-4CE6C0B2A434}" dt="2026-04-28T18:10:59.023" v="2057"/>
        <pc:sldMkLst>
          <pc:docMk/>
          <pc:sldMk cId="2132610012" sldId="265"/>
        </pc:sldMkLst>
        <pc:spChg chg="mod">
          <ac:chgData name="Landon Moeller" userId="6c4ecec8-6927-4d7a-893c-9d1afafa0b65" providerId="ADAL" clId="{2C975B97-2FAE-4319-AB75-4CE6C0B2A434}" dt="2026-04-27T15:26:00.851" v="609" actId="20577"/>
          <ac:spMkLst>
            <pc:docMk/>
            <pc:sldMk cId="2132610012" sldId="265"/>
            <ac:spMk id="2" creationId="{5C87B49C-4181-8C2B-BBBF-11F4ADCF43A1}"/>
          </ac:spMkLst>
        </pc:spChg>
        <pc:spChg chg="mod">
          <ac:chgData name="Landon Moeller" userId="6c4ecec8-6927-4d7a-893c-9d1afafa0b65" providerId="ADAL" clId="{2C975B97-2FAE-4319-AB75-4CE6C0B2A434}" dt="2026-04-28T18:10:37.268" v="2053" actId="113"/>
          <ac:spMkLst>
            <pc:docMk/>
            <pc:sldMk cId="2132610012" sldId="265"/>
            <ac:spMk id="3" creationId="{CA15B158-DCE3-FD01-005F-3ED1BA277392}"/>
          </ac:spMkLst>
        </pc:spChg>
        <pc:picChg chg="mod">
          <ac:chgData name="Landon Moeller" userId="6c4ecec8-6927-4d7a-893c-9d1afafa0b65" providerId="ADAL" clId="{2C975B97-2FAE-4319-AB75-4CE6C0B2A434}" dt="2026-04-27T15:33:34.916" v="648" actId="14100"/>
          <ac:picMkLst>
            <pc:docMk/>
            <pc:sldMk cId="2132610012" sldId="265"/>
            <ac:picMk id="5" creationId="{D744DFF7-2531-F56C-EA2E-F5C17BFB467B}"/>
          </ac:picMkLst>
        </pc:picChg>
        <pc:picChg chg="mod modCrop">
          <ac:chgData name="Landon Moeller" userId="6c4ecec8-6927-4d7a-893c-9d1afafa0b65" providerId="ADAL" clId="{2C975B97-2FAE-4319-AB75-4CE6C0B2A434}" dt="2026-04-27T15:33:20.185" v="641" actId="1076"/>
          <ac:picMkLst>
            <pc:docMk/>
            <pc:sldMk cId="2132610012" sldId="265"/>
            <ac:picMk id="7" creationId="{DD0D5E62-313A-C3C8-32FF-9CE5ECAC30F0}"/>
          </ac:picMkLst>
        </pc:picChg>
      </pc:sldChg>
      <pc:sldChg chg="addSp delSp modSp mod modAnim">
        <pc:chgData name="Landon Moeller" userId="6c4ecec8-6927-4d7a-893c-9d1afafa0b65" providerId="ADAL" clId="{2C975B97-2FAE-4319-AB75-4CE6C0B2A434}" dt="2026-04-28T18:13:05.981" v="2073"/>
        <pc:sldMkLst>
          <pc:docMk/>
          <pc:sldMk cId="2441228111" sldId="266"/>
        </pc:sldMkLst>
        <pc:spChg chg="mod">
          <ac:chgData name="Landon Moeller" userId="6c4ecec8-6927-4d7a-893c-9d1afafa0b65" providerId="ADAL" clId="{2C975B97-2FAE-4319-AB75-4CE6C0B2A434}" dt="2026-04-27T15:16:01.805" v="95" actId="20577"/>
          <ac:spMkLst>
            <pc:docMk/>
            <pc:sldMk cId="2441228111" sldId="266"/>
            <ac:spMk id="3" creationId="{45A2B95E-6C12-2A89-0987-375CD5BC3DC5}"/>
          </ac:spMkLst>
        </pc:spChg>
        <pc:spChg chg="add mod">
          <ac:chgData name="Landon Moeller" userId="6c4ecec8-6927-4d7a-893c-9d1afafa0b65" providerId="ADAL" clId="{2C975B97-2FAE-4319-AB75-4CE6C0B2A434}" dt="2026-04-27T15:15:45.324" v="92" actId="1076"/>
          <ac:spMkLst>
            <pc:docMk/>
            <pc:sldMk cId="2441228111" sldId="266"/>
            <ac:spMk id="8" creationId="{7D9AC94B-E1EC-0BE4-A560-37BB64A1541E}"/>
          </ac:spMkLst>
        </pc:spChg>
        <pc:picChg chg="mod">
          <ac:chgData name="Landon Moeller" userId="6c4ecec8-6927-4d7a-893c-9d1afafa0b65" providerId="ADAL" clId="{2C975B97-2FAE-4319-AB75-4CE6C0B2A434}" dt="2026-04-27T15:14:48.377" v="58" actId="1076"/>
          <ac:picMkLst>
            <pc:docMk/>
            <pc:sldMk cId="2441228111" sldId="266"/>
            <ac:picMk id="5" creationId="{1A24ABCE-A931-68F1-2EF6-EA2032526DB8}"/>
          </ac:picMkLst>
        </pc:picChg>
      </pc:sldChg>
      <pc:sldChg chg="modSp">
        <pc:chgData name="Landon Moeller" userId="6c4ecec8-6927-4d7a-893c-9d1afafa0b65" providerId="ADAL" clId="{2C975B97-2FAE-4319-AB75-4CE6C0B2A434}" dt="2026-04-27T14:43:15.588" v="0" actId="14826"/>
        <pc:sldMkLst>
          <pc:docMk/>
          <pc:sldMk cId="2397704057" sldId="269"/>
        </pc:sldMkLst>
        <pc:picChg chg="mod">
          <ac:chgData name="Landon Moeller" userId="6c4ecec8-6927-4d7a-893c-9d1afafa0b65" providerId="ADAL" clId="{2C975B97-2FAE-4319-AB75-4CE6C0B2A434}" dt="2026-04-27T14:43:15.588" v="0" actId="14826"/>
          <ac:picMkLst>
            <pc:docMk/>
            <pc:sldMk cId="2397704057" sldId="269"/>
            <ac:picMk id="5" creationId="{C093BF69-93D0-1179-8A80-0D70EFA13196}"/>
          </ac:picMkLst>
        </pc:picChg>
      </pc:sldChg>
      <pc:sldChg chg="modSp">
        <pc:chgData name="Landon Moeller" userId="6c4ecec8-6927-4d7a-893c-9d1afafa0b65" providerId="ADAL" clId="{2C975B97-2FAE-4319-AB75-4CE6C0B2A434}" dt="2026-04-27T15:00:20.361" v="30" actId="14826"/>
        <pc:sldMkLst>
          <pc:docMk/>
          <pc:sldMk cId="3672559710" sldId="273"/>
        </pc:sldMkLst>
        <pc:picChg chg="mod">
          <ac:chgData name="Landon Moeller" userId="6c4ecec8-6927-4d7a-893c-9d1afafa0b65" providerId="ADAL" clId="{2C975B97-2FAE-4319-AB75-4CE6C0B2A434}" dt="2026-04-27T15:00:20.361" v="30" actId="14826"/>
          <ac:picMkLst>
            <pc:docMk/>
            <pc:sldMk cId="3672559710" sldId="273"/>
            <ac:picMk id="5" creationId="{B8CFF2B3-C7C9-D135-1FAC-F43EB42A9B29}"/>
          </ac:picMkLst>
        </pc:picChg>
      </pc:sldChg>
      <pc:sldChg chg="modSp mod">
        <pc:chgData name="Landon Moeller" userId="6c4ecec8-6927-4d7a-893c-9d1afafa0b65" providerId="ADAL" clId="{2C975B97-2FAE-4319-AB75-4CE6C0B2A434}" dt="2026-04-27T15:04:05.472" v="31" actId="20577"/>
        <pc:sldMkLst>
          <pc:docMk/>
          <pc:sldMk cId="1753870251" sldId="275"/>
        </pc:sldMkLst>
        <pc:spChg chg="mod">
          <ac:chgData name="Landon Moeller" userId="6c4ecec8-6927-4d7a-893c-9d1afafa0b65" providerId="ADAL" clId="{2C975B97-2FAE-4319-AB75-4CE6C0B2A434}" dt="2026-04-27T15:04:05.472" v="31" actId="20577"/>
          <ac:spMkLst>
            <pc:docMk/>
            <pc:sldMk cId="1753870251" sldId="275"/>
            <ac:spMk id="2" creationId="{4F33AE8D-1B88-2C98-510E-96EC2B171E07}"/>
          </ac:spMkLst>
        </pc:spChg>
      </pc:sldChg>
      <pc:sldChg chg="modSp">
        <pc:chgData name="Landon Moeller" userId="6c4ecec8-6927-4d7a-893c-9d1afafa0b65" providerId="ADAL" clId="{2C975B97-2FAE-4319-AB75-4CE6C0B2A434}" dt="2026-04-27T14:56:53.312" v="26" actId="14826"/>
        <pc:sldMkLst>
          <pc:docMk/>
          <pc:sldMk cId="1893910408" sldId="277"/>
        </pc:sldMkLst>
        <pc:picChg chg="mod">
          <ac:chgData name="Landon Moeller" userId="6c4ecec8-6927-4d7a-893c-9d1afafa0b65" providerId="ADAL" clId="{2C975B97-2FAE-4319-AB75-4CE6C0B2A434}" dt="2026-04-27T14:56:53.312" v="26" actId="14826"/>
          <ac:picMkLst>
            <pc:docMk/>
            <pc:sldMk cId="1893910408" sldId="277"/>
            <ac:picMk id="5" creationId="{125A6BC0-0001-55B3-9492-3A36FA62E425}"/>
          </ac:picMkLst>
        </pc:picChg>
      </pc:sldChg>
      <pc:sldChg chg="modSp mod">
        <pc:chgData name="Landon Moeller" userId="6c4ecec8-6927-4d7a-893c-9d1afafa0b65" providerId="ADAL" clId="{2C975B97-2FAE-4319-AB75-4CE6C0B2A434}" dt="2026-04-28T16:53:49.733" v="922" actId="207"/>
        <pc:sldMkLst>
          <pc:docMk/>
          <pc:sldMk cId="2375238402" sldId="283"/>
        </pc:sldMkLst>
        <pc:spChg chg="mod">
          <ac:chgData name="Landon Moeller" userId="6c4ecec8-6927-4d7a-893c-9d1afafa0b65" providerId="ADAL" clId="{2C975B97-2FAE-4319-AB75-4CE6C0B2A434}" dt="2026-04-28T16:53:49.733" v="922" actId="207"/>
          <ac:spMkLst>
            <pc:docMk/>
            <pc:sldMk cId="2375238402" sldId="283"/>
            <ac:spMk id="3" creationId="{31C0743F-CB04-2EFE-7FBC-42F72085D0EA}"/>
          </ac:spMkLst>
        </pc:spChg>
      </pc:sldChg>
      <pc:sldChg chg="addSp delSp modSp mod modAnim">
        <pc:chgData name="Landon Moeller" userId="6c4ecec8-6927-4d7a-893c-9d1afafa0b65" providerId="ADAL" clId="{2C975B97-2FAE-4319-AB75-4CE6C0B2A434}" dt="2026-04-28T18:12:06.991" v="2068"/>
        <pc:sldMkLst>
          <pc:docMk/>
          <pc:sldMk cId="3440198696" sldId="285"/>
        </pc:sldMkLst>
        <pc:spChg chg="mod">
          <ac:chgData name="Landon Moeller" userId="6c4ecec8-6927-4d7a-893c-9d1afafa0b65" providerId="ADAL" clId="{2C975B97-2FAE-4319-AB75-4CE6C0B2A434}" dt="2026-04-27T15:34:54.281" v="658" actId="1076"/>
          <ac:spMkLst>
            <pc:docMk/>
            <pc:sldMk cId="3440198696" sldId="285"/>
            <ac:spMk id="3" creationId="{5C253592-84DD-C297-978C-0F7CAD7B5C1E}"/>
          </ac:spMkLst>
        </pc:spChg>
        <pc:spChg chg="mod">
          <ac:chgData name="Landon Moeller" userId="6c4ecec8-6927-4d7a-893c-9d1afafa0b65" providerId="ADAL" clId="{2C975B97-2FAE-4319-AB75-4CE6C0B2A434}" dt="2026-04-27T15:34:39.327" v="656" actId="27636"/>
          <ac:spMkLst>
            <pc:docMk/>
            <pc:sldMk cId="3440198696" sldId="285"/>
            <ac:spMk id="6" creationId="{2957FEB9-F606-279E-A774-7DBEA160767A}"/>
          </ac:spMkLst>
        </pc:spChg>
        <pc:spChg chg="mod">
          <ac:chgData name="Landon Moeller" userId="6c4ecec8-6927-4d7a-893c-9d1afafa0b65" providerId="ADAL" clId="{2C975B97-2FAE-4319-AB75-4CE6C0B2A434}" dt="2026-04-27T15:34:43.188" v="657" actId="403"/>
          <ac:spMkLst>
            <pc:docMk/>
            <pc:sldMk cId="3440198696" sldId="285"/>
            <ac:spMk id="8" creationId="{01F3494E-51EB-DCE3-FF07-9AA9015878A5}"/>
          </ac:spMkLst>
        </pc:spChg>
        <pc:spChg chg="mod">
          <ac:chgData name="Landon Moeller" userId="6c4ecec8-6927-4d7a-893c-9d1afafa0b65" providerId="ADAL" clId="{2C975B97-2FAE-4319-AB75-4CE6C0B2A434}" dt="2026-04-27T15:34:57.048" v="659" actId="1076"/>
          <ac:spMkLst>
            <pc:docMk/>
            <pc:sldMk cId="3440198696" sldId="285"/>
            <ac:spMk id="9" creationId="{1AF68835-6029-851B-F782-8DF97B7DEE86}"/>
          </ac:spMkLst>
        </pc:spChg>
        <pc:picChg chg="add mod">
          <ac:chgData name="Landon Moeller" userId="6c4ecec8-6927-4d7a-893c-9d1afafa0b65" providerId="ADAL" clId="{2C975B97-2FAE-4319-AB75-4CE6C0B2A434}" dt="2026-04-27T15:35:47.676" v="673" actId="1037"/>
          <ac:picMkLst>
            <pc:docMk/>
            <pc:sldMk cId="3440198696" sldId="285"/>
            <ac:picMk id="5" creationId="{4BD151F5-1BBF-6B59-4868-699EE9BB4B5B}"/>
          </ac:picMkLst>
        </pc:picChg>
        <pc:cxnChg chg="add mod">
          <ac:chgData name="Landon Moeller" userId="6c4ecec8-6927-4d7a-893c-9d1afafa0b65" providerId="ADAL" clId="{2C975B97-2FAE-4319-AB75-4CE6C0B2A434}" dt="2026-04-27T15:35:15.523" v="662" actId="1076"/>
          <ac:cxnSpMkLst>
            <pc:docMk/>
            <pc:sldMk cId="3440198696" sldId="285"/>
            <ac:cxnSpMk id="10" creationId="{787A5238-9B30-DD97-55E5-1D31436E0F04}"/>
          </ac:cxnSpMkLst>
        </pc:cxnChg>
        <pc:cxnChg chg="add mod">
          <ac:chgData name="Landon Moeller" userId="6c4ecec8-6927-4d7a-893c-9d1afafa0b65" providerId="ADAL" clId="{2C975B97-2FAE-4319-AB75-4CE6C0B2A434}" dt="2026-04-27T15:35:25.515" v="664" actId="1076"/>
          <ac:cxnSpMkLst>
            <pc:docMk/>
            <pc:sldMk cId="3440198696" sldId="285"/>
            <ac:cxnSpMk id="11" creationId="{D4C49B66-1D7B-497F-257B-B0E789D1BA15}"/>
          </ac:cxnSpMkLst>
        </pc:cxnChg>
      </pc:sldChg>
      <pc:sldChg chg="modSp mod">
        <pc:chgData name="Landon Moeller" userId="6c4ecec8-6927-4d7a-893c-9d1afafa0b65" providerId="ADAL" clId="{2C975B97-2FAE-4319-AB75-4CE6C0B2A434}" dt="2026-04-27T15:05:11.762" v="54" actId="404"/>
        <pc:sldMkLst>
          <pc:docMk/>
          <pc:sldMk cId="1961570151" sldId="286"/>
        </pc:sldMkLst>
        <pc:spChg chg="mod">
          <ac:chgData name="Landon Moeller" userId="6c4ecec8-6927-4d7a-893c-9d1afafa0b65" providerId="ADAL" clId="{2C975B97-2FAE-4319-AB75-4CE6C0B2A434}" dt="2026-04-27T15:05:11.762" v="54" actId="404"/>
          <ac:spMkLst>
            <pc:docMk/>
            <pc:sldMk cId="1961570151" sldId="286"/>
            <ac:spMk id="2" creationId="{76F66B5D-30D6-05B2-7C30-B415908E6931}"/>
          </ac:spMkLst>
        </pc:spChg>
      </pc:sldChg>
      <pc:sldChg chg="modSp add mod ord">
        <pc:chgData name="Landon Moeller" userId="6c4ecec8-6927-4d7a-893c-9d1afafa0b65" providerId="ADAL" clId="{2C975B97-2FAE-4319-AB75-4CE6C0B2A434}" dt="2026-04-27T15:05:16.737" v="55" actId="404"/>
        <pc:sldMkLst>
          <pc:docMk/>
          <pc:sldMk cId="99100003" sldId="290"/>
        </pc:sldMkLst>
        <pc:spChg chg="mod">
          <ac:chgData name="Landon Moeller" userId="6c4ecec8-6927-4d7a-893c-9d1afafa0b65" providerId="ADAL" clId="{2C975B97-2FAE-4319-AB75-4CE6C0B2A434}" dt="2026-04-27T15:05:16.737" v="55" actId="404"/>
          <ac:spMkLst>
            <pc:docMk/>
            <pc:sldMk cId="99100003" sldId="290"/>
            <ac:spMk id="2" creationId="{22CB27FA-0881-56CE-2AF0-87D2E88F6042}"/>
          </ac:spMkLst>
        </pc:spChg>
      </pc:sldChg>
      <pc:sldChg chg="addSp delSp modSp add mod">
        <pc:chgData name="Landon Moeller" userId="6c4ecec8-6927-4d7a-893c-9d1afafa0b65" providerId="ADAL" clId="{2C975B97-2FAE-4319-AB75-4CE6C0B2A434}" dt="2026-04-27T15:37:42.433" v="719" actId="20577"/>
        <pc:sldMkLst>
          <pc:docMk/>
          <pc:sldMk cId="2122581625" sldId="291"/>
        </pc:sldMkLst>
        <pc:spChg chg="add mod">
          <ac:chgData name="Landon Moeller" userId="6c4ecec8-6927-4d7a-893c-9d1afafa0b65" providerId="ADAL" clId="{2C975B97-2FAE-4319-AB75-4CE6C0B2A434}" dt="2026-04-27T15:37:42.433" v="719" actId="20577"/>
          <ac:spMkLst>
            <pc:docMk/>
            <pc:sldMk cId="2122581625" sldId="291"/>
            <ac:spMk id="12" creationId="{AE707F2C-7336-202F-91E6-7D380280D3C8}"/>
          </ac:spMkLst>
        </pc:spChg>
        <pc:picChg chg="add mod">
          <ac:chgData name="Landon Moeller" userId="6c4ecec8-6927-4d7a-893c-9d1afafa0b65" providerId="ADAL" clId="{2C975B97-2FAE-4319-AB75-4CE6C0B2A434}" dt="2026-04-27T15:37:29.847" v="687" actId="1076"/>
          <ac:picMkLst>
            <pc:docMk/>
            <pc:sldMk cId="2122581625" sldId="291"/>
            <ac:picMk id="11" creationId="{D1D2B361-AE0A-6230-E9DB-7886E2809112}"/>
          </ac:picMkLst>
        </pc:picChg>
      </pc:sldChg>
      <pc:sldChg chg="modSp mod">
        <pc:chgData name="Landon Moeller" userId="6c4ecec8-6927-4d7a-893c-9d1afafa0b65" providerId="ADAL" clId="{2C975B97-2FAE-4319-AB75-4CE6C0B2A434}" dt="2026-04-29T02:12:14.421" v="2168" actId="1076"/>
        <pc:sldMkLst>
          <pc:docMk/>
          <pc:sldMk cId="2812917658" sldId="292"/>
        </pc:sldMkLst>
        <pc:spChg chg="mod">
          <ac:chgData name="Landon Moeller" userId="6c4ecec8-6927-4d7a-893c-9d1afafa0b65" providerId="ADAL" clId="{2C975B97-2FAE-4319-AB75-4CE6C0B2A434}" dt="2026-04-29T02:12:11.516" v="2167" actId="1076"/>
          <ac:spMkLst>
            <pc:docMk/>
            <pc:sldMk cId="2812917658" sldId="292"/>
            <ac:spMk id="7" creationId="{CE8A4D34-4A7B-C120-217B-8F393921AA7D}"/>
          </ac:spMkLst>
        </pc:spChg>
        <pc:spChg chg="mod">
          <ac:chgData name="Landon Moeller" userId="6c4ecec8-6927-4d7a-893c-9d1afafa0b65" providerId="ADAL" clId="{2C975B97-2FAE-4319-AB75-4CE6C0B2A434}" dt="2026-04-29T02:12:14.421" v="2168" actId="1076"/>
          <ac:spMkLst>
            <pc:docMk/>
            <pc:sldMk cId="2812917658" sldId="292"/>
            <ac:spMk id="8" creationId="{294CAA0A-4F4A-5880-C249-3B3A4439AE0C}"/>
          </ac:spMkLst>
        </pc:spChg>
        <pc:picChg chg="mod">
          <ac:chgData name="Landon Moeller" userId="6c4ecec8-6927-4d7a-893c-9d1afafa0b65" providerId="ADAL" clId="{2C975B97-2FAE-4319-AB75-4CE6C0B2A434}" dt="2026-04-29T02:12:05.012" v="2166" actId="1076"/>
          <ac:picMkLst>
            <pc:docMk/>
            <pc:sldMk cId="2812917658" sldId="292"/>
            <ac:picMk id="3" creationId="{19E64E62-6977-2E52-D16A-1E8A8A359A5B}"/>
          </ac:picMkLst>
        </pc:picChg>
        <pc:picChg chg="mod">
          <ac:chgData name="Landon Moeller" userId="6c4ecec8-6927-4d7a-893c-9d1afafa0b65" providerId="ADAL" clId="{2C975B97-2FAE-4319-AB75-4CE6C0B2A434}" dt="2026-04-29T02:12:05.012" v="2166" actId="1076"/>
          <ac:picMkLst>
            <pc:docMk/>
            <pc:sldMk cId="2812917658" sldId="292"/>
            <ac:picMk id="6" creationId="{7FBBAD7E-D4CE-287C-4A1C-FD913E433C55}"/>
          </ac:picMkLst>
        </pc:picChg>
        <pc:picChg chg="mod">
          <ac:chgData name="Landon Moeller" userId="6c4ecec8-6927-4d7a-893c-9d1afafa0b65" providerId="ADAL" clId="{2C975B97-2FAE-4319-AB75-4CE6C0B2A434}" dt="2026-04-28T16:58:55.017" v="943" actId="14861"/>
          <ac:picMkLst>
            <pc:docMk/>
            <pc:sldMk cId="2812917658" sldId="292"/>
            <ac:picMk id="2050" creationId="{32B0B05C-056B-3C9F-212C-539878A29F5C}"/>
          </ac:picMkLst>
        </pc:picChg>
        <pc:picChg chg="mod">
          <ac:chgData name="Landon Moeller" userId="6c4ecec8-6927-4d7a-893c-9d1afafa0b65" providerId="ADAL" clId="{2C975B97-2FAE-4319-AB75-4CE6C0B2A434}" dt="2026-04-28T16:58:55.017" v="943" actId="14861"/>
          <ac:picMkLst>
            <pc:docMk/>
            <pc:sldMk cId="2812917658" sldId="292"/>
            <ac:picMk id="2052" creationId="{E916612B-36B6-38DB-66BD-3C0D4EC6FE50}"/>
          </ac:picMkLst>
        </pc:picChg>
      </pc:sldChg>
      <pc:sldChg chg="modSp add mod">
        <pc:chgData name="Landon Moeller" userId="6c4ecec8-6927-4d7a-893c-9d1afafa0b65" providerId="ADAL" clId="{2C975B97-2FAE-4319-AB75-4CE6C0B2A434}" dt="2026-04-27T15:38:27.682" v="737" actId="20577"/>
        <pc:sldMkLst>
          <pc:docMk/>
          <pc:sldMk cId="1162488960" sldId="293"/>
        </pc:sldMkLst>
        <pc:spChg chg="mod">
          <ac:chgData name="Landon Moeller" userId="6c4ecec8-6927-4d7a-893c-9d1afafa0b65" providerId="ADAL" clId="{2C975B97-2FAE-4319-AB75-4CE6C0B2A434}" dt="2026-04-27T15:38:27.682" v="737" actId="20577"/>
          <ac:spMkLst>
            <pc:docMk/>
            <pc:sldMk cId="1162488960" sldId="293"/>
            <ac:spMk id="2" creationId="{D68D7F3F-3356-8E91-A102-EDD2BE1F7F89}"/>
          </ac:spMkLst>
        </pc:spChg>
      </pc:sldChg>
      <pc:sldChg chg="addSp delSp modSp add mod modAnim">
        <pc:chgData name="Landon Moeller" userId="6c4ecec8-6927-4d7a-893c-9d1afafa0b65" providerId="ADAL" clId="{2C975B97-2FAE-4319-AB75-4CE6C0B2A434}" dt="2026-04-28T18:10:15.163" v="2052"/>
        <pc:sldMkLst>
          <pc:docMk/>
          <pc:sldMk cId="1932712444" sldId="294"/>
        </pc:sldMkLst>
        <pc:spChg chg="add mod">
          <ac:chgData name="Landon Moeller" userId="6c4ecec8-6927-4d7a-893c-9d1afafa0b65" providerId="ADAL" clId="{2C975B97-2FAE-4319-AB75-4CE6C0B2A434}" dt="2026-04-27T16:30:11.393" v="880" actId="1076"/>
          <ac:spMkLst>
            <pc:docMk/>
            <pc:sldMk cId="1932712444" sldId="294"/>
            <ac:spMk id="9" creationId="{DB54D1D4-5F16-E1D9-76AA-25B1395D38AC}"/>
          </ac:spMkLst>
        </pc:spChg>
        <pc:spChg chg="add mod">
          <ac:chgData name="Landon Moeller" userId="6c4ecec8-6927-4d7a-893c-9d1afafa0b65" providerId="ADAL" clId="{2C975B97-2FAE-4319-AB75-4CE6C0B2A434}" dt="2026-04-27T16:30:18.616" v="882" actId="1076"/>
          <ac:spMkLst>
            <pc:docMk/>
            <pc:sldMk cId="1932712444" sldId="294"/>
            <ac:spMk id="10" creationId="{BB26E8E5-8475-B6CA-232C-46717AA5D4CD}"/>
          </ac:spMkLst>
        </pc:spChg>
        <pc:spChg chg="add mod">
          <ac:chgData name="Landon Moeller" userId="6c4ecec8-6927-4d7a-893c-9d1afafa0b65" providerId="ADAL" clId="{2C975B97-2FAE-4319-AB75-4CE6C0B2A434}" dt="2026-04-27T16:30:05.813" v="879" actId="1076"/>
          <ac:spMkLst>
            <pc:docMk/>
            <pc:sldMk cId="1932712444" sldId="294"/>
            <ac:spMk id="11" creationId="{844766D7-8FF1-8C11-D1A8-D48E729B3DD4}"/>
          </ac:spMkLst>
        </pc:spChg>
        <pc:graphicFrameChg chg="add mod modGraphic">
          <ac:chgData name="Landon Moeller" userId="6c4ecec8-6927-4d7a-893c-9d1afafa0b65" providerId="ADAL" clId="{2C975B97-2FAE-4319-AB75-4CE6C0B2A434}" dt="2026-04-27T16:02:39.835" v="808" actId="1076"/>
          <ac:graphicFrameMkLst>
            <pc:docMk/>
            <pc:sldMk cId="1932712444" sldId="294"/>
            <ac:graphicFrameMk id="8" creationId="{811A6D56-3A71-6D05-3613-0B0D4F2C72CD}"/>
          </ac:graphicFrameMkLst>
        </pc:graphicFrameChg>
        <pc:cxnChg chg="add mod">
          <ac:chgData name="Landon Moeller" userId="6c4ecec8-6927-4d7a-893c-9d1afafa0b65" providerId="ADAL" clId="{2C975B97-2FAE-4319-AB75-4CE6C0B2A434}" dt="2026-04-27T16:30:45.336" v="885" actId="1582"/>
          <ac:cxnSpMkLst>
            <pc:docMk/>
            <pc:sldMk cId="1932712444" sldId="294"/>
            <ac:cxnSpMk id="13" creationId="{A4CF9937-6A6B-C5AF-0E5D-368886D4DFD4}"/>
          </ac:cxnSpMkLst>
        </pc:cxnChg>
        <pc:cxnChg chg="add mod">
          <ac:chgData name="Landon Moeller" userId="6c4ecec8-6927-4d7a-893c-9d1afafa0b65" providerId="ADAL" clId="{2C975B97-2FAE-4319-AB75-4CE6C0B2A434}" dt="2026-04-27T16:30:57.554" v="891" actId="1038"/>
          <ac:cxnSpMkLst>
            <pc:docMk/>
            <pc:sldMk cId="1932712444" sldId="294"/>
            <ac:cxnSpMk id="14" creationId="{ED8F5688-FAE3-D598-5F42-BB4C2698A519}"/>
          </ac:cxnSpMkLst>
        </pc:cxnChg>
        <pc:cxnChg chg="add mod">
          <ac:chgData name="Landon Moeller" userId="6c4ecec8-6927-4d7a-893c-9d1afafa0b65" providerId="ADAL" clId="{2C975B97-2FAE-4319-AB75-4CE6C0B2A434}" dt="2026-04-27T16:31:12.297" v="893" actId="1076"/>
          <ac:cxnSpMkLst>
            <pc:docMk/>
            <pc:sldMk cId="1932712444" sldId="294"/>
            <ac:cxnSpMk id="16" creationId="{BFE58687-B862-C1D1-8499-CB76C8FBEA95}"/>
          </ac:cxnSpMkLst>
        </pc:cxnChg>
      </pc:sldChg>
      <pc:sldChg chg="addSp modSp add mod ord">
        <pc:chgData name="Landon Moeller" userId="6c4ecec8-6927-4d7a-893c-9d1afafa0b65" providerId="ADAL" clId="{2C975B97-2FAE-4319-AB75-4CE6C0B2A434}" dt="2026-04-27T16:05:56.879" v="836" actId="207"/>
        <pc:sldMkLst>
          <pc:docMk/>
          <pc:sldMk cId="2674380721" sldId="295"/>
        </pc:sldMkLst>
        <pc:spChg chg="add mod">
          <ac:chgData name="Landon Moeller" userId="6c4ecec8-6927-4d7a-893c-9d1afafa0b65" providerId="ADAL" clId="{2C975B97-2FAE-4319-AB75-4CE6C0B2A434}" dt="2026-04-27T16:05:56.879" v="836" actId="207"/>
          <ac:spMkLst>
            <pc:docMk/>
            <pc:sldMk cId="2674380721" sldId="295"/>
            <ac:spMk id="2" creationId="{3434F723-A6B6-7752-000A-109D65ADEA51}"/>
          </ac:spMkLst>
        </pc:spChg>
        <pc:picChg chg="mod">
          <ac:chgData name="Landon Moeller" userId="6c4ecec8-6927-4d7a-893c-9d1afafa0b65" providerId="ADAL" clId="{2C975B97-2FAE-4319-AB75-4CE6C0B2A434}" dt="2026-04-27T15:39:49.621" v="743" actId="1076"/>
          <ac:picMkLst>
            <pc:docMk/>
            <pc:sldMk cId="2674380721" sldId="295"/>
            <ac:picMk id="7" creationId="{C2316BFC-D64F-B8AD-7120-F32D23E86465}"/>
          </ac:picMkLst>
        </pc:picChg>
      </pc:sldChg>
      <pc:sldChg chg="modSp add mod">
        <pc:chgData name="Landon Moeller" userId="6c4ecec8-6927-4d7a-893c-9d1afafa0b65" providerId="ADAL" clId="{2C975B97-2FAE-4319-AB75-4CE6C0B2A434}" dt="2026-04-28T16:54:37.738" v="933" actId="27636"/>
        <pc:sldMkLst>
          <pc:docMk/>
          <pc:sldMk cId="3649194656" sldId="296"/>
        </pc:sldMkLst>
        <pc:spChg chg="mod">
          <ac:chgData name="Landon Moeller" userId="6c4ecec8-6927-4d7a-893c-9d1afafa0b65" providerId="ADAL" clId="{2C975B97-2FAE-4319-AB75-4CE6C0B2A434}" dt="2026-04-28T16:54:37.738" v="933" actId="27636"/>
          <ac:spMkLst>
            <pc:docMk/>
            <pc:sldMk cId="3649194656" sldId="296"/>
            <ac:spMk id="3" creationId="{30B3F61C-B105-AB32-1F3C-B7BC09E64744}"/>
          </ac:spMkLst>
        </pc:spChg>
      </pc:sldChg>
      <pc:sldChg chg="modSp add mod">
        <pc:chgData name="Landon Moeller" userId="6c4ecec8-6927-4d7a-893c-9d1afafa0b65" providerId="ADAL" clId="{2C975B97-2FAE-4319-AB75-4CE6C0B2A434}" dt="2026-04-28T16:55:06.355" v="942" actId="403"/>
        <pc:sldMkLst>
          <pc:docMk/>
          <pc:sldMk cId="2761304371" sldId="297"/>
        </pc:sldMkLst>
        <pc:spChg chg="mod">
          <ac:chgData name="Landon Moeller" userId="6c4ecec8-6927-4d7a-893c-9d1afafa0b65" providerId="ADAL" clId="{2C975B97-2FAE-4319-AB75-4CE6C0B2A434}" dt="2026-04-28T16:55:06.355" v="942" actId="403"/>
          <ac:spMkLst>
            <pc:docMk/>
            <pc:sldMk cId="2761304371" sldId="297"/>
            <ac:spMk id="3" creationId="{E19F26C6-3C25-364C-BE0A-A0668A79BDD8}"/>
          </ac:spMkLst>
        </pc:spChg>
      </pc:sldChg>
      <pc:sldChg chg="addSp delSp modSp add mod modAnim">
        <pc:chgData name="Landon Moeller" userId="6c4ecec8-6927-4d7a-893c-9d1afafa0b65" providerId="ADAL" clId="{2C975B97-2FAE-4319-AB75-4CE6C0B2A434}" dt="2026-04-29T02:15:49.495" v="2169" actId="122"/>
        <pc:sldMkLst>
          <pc:docMk/>
          <pc:sldMk cId="607718554" sldId="298"/>
        </pc:sldMkLst>
        <pc:spChg chg="mod">
          <ac:chgData name="Landon Moeller" userId="6c4ecec8-6927-4d7a-893c-9d1afafa0b65" providerId="ADAL" clId="{2C975B97-2FAE-4319-AB75-4CE6C0B2A434}" dt="2026-04-28T17:51:49.553" v="1896" actId="20577"/>
          <ac:spMkLst>
            <pc:docMk/>
            <pc:sldMk cId="607718554" sldId="298"/>
            <ac:spMk id="2" creationId="{1CE09475-63F2-F735-B511-ABDA7E6BA9E6}"/>
          </ac:spMkLst>
        </pc:spChg>
        <pc:spChg chg="del mod">
          <ac:chgData name="Landon Moeller" userId="6c4ecec8-6927-4d7a-893c-9d1afafa0b65" providerId="ADAL" clId="{2C975B97-2FAE-4319-AB75-4CE6C0B2A434}" dt="2026-04-28T17:55:52.104" v="1898" actId="478"/>
          <ac:spMkLst>
            <pc:docMk/>
            <pc:sldMk cId="607718554" sldId="298"/>
            <ac:spMk id="4" creationId="{ABEBF0FE-9657-8C35-FEBF-A850ED69BBC9}"/>
          </ac:spMkLst>
        </pc:spChg>
        <pc:spChg chg="add mod">
          <ac:chgData name="Landon Moeller" userId="6c4ecec8-6927-4d7a-893c-9d1afafa0b65" providerId="ADAL" clId="{2C975B97-2FAE-4319-AB75-4CE6C0B2A434}" dt="2026-04-29T02:15:49.495" v="2169" actId="122"/>
          <ac:spMkLst>
            <pc:docMk/>
            <pc:sldMk cId="607718554" sldId="298"/>
            <ac:spMk id="14" creationId="{3089E70B-99A3-879E-EEC6-D3B15287F8CF}"/>
          </ac:spMkLst>
        </pc:spChg>
        <pc:picChg chg="add mod">
          <ac:chgData name="Landon Moeller" userId="6c4ecec8-6927-4d7a-893c-9d1afafa0b65" providerId="ADAL" clId="{2C975B97-2FAE-4319-AB75-4CE6C0B2A434}" dt="2026-04-28T18:03:57.879" v="2032" actId="14861"/>
          <ac:picMkLst>
            <pc:docMk/>
            <pc:sldMk cId="607718554" sldId="298"/>
            <ac:picMk id="5" creationId="{1D755B58-8960-6CAA-6274-6AE1EBE81C79}"/>
          </ac:picMkLst>
        </pc:picChg>
        <pc:picChg chg="add mod">
          <ac:chgData name="Landon Moeller" userId="6c4ecec8-6927-4d7a-893c-9d1afafa0b65" providerId="ADAL" clId="{2C975B97-2FAE-4319-AB75-4CE6C0B2A434}" dt="2026-04-28T23:53:54.618" v="2163" actId="14826"/>
          <ac:picMkLst>
            <pc:docMk/>
            <pc:sldMk cId="607718554" sldId="298"/>
            <ac:picMk id="7" creationId="{8AA88067-5630-6F76-55D9-CA821673A2B5}"/>
          </ac:picMkLst>
        </pc:picChg>
        <pc:picChg chg="add mod">
          <ac:chgData name="Landon Moeller" userId="6c4ecec8-6927-4d7a-893c-9d1afafa0b65" providerId="ADAL" clId="{2C975B97-2FAE-4319-AB75-4CE6C0B2A434}" dt="2026-04-28T23:54:32.859" v="2164" actId="14826"/>
          <ac:picMkLst>
            <pc:docMk/>
            <pc:sldMk cId="607718554" sldId="298"/>
            <ac:picMk id="9" creationId="{CB39A12D-235F-6221-5E5D-2B0DA0E2BF56}"/>
          </ac:picMkLst>
        </pc:picChg>
        <pc:picChg chg="add mod">
          <ac:chgData name="Landon Moeller" userId="6c4ecec8-6927-4d7a-893c-9d1afafa0b65" providerId="ADAL" clId="{2C975B97-2FAE-4319-AB75-4CE6C0B2A434}" dt="2026-04-28T23:53:10.991" v="2154" actId="14826"/>
          <ac:picMkLst>
            <pc:docMk/>
            <pc:sldMk cId="607718554" sldId="298"/>
            <ac:picMk id="13" creationId="{4519EEB9-4946-3B93-4713-ABE3DE8C82BD}"/>
          </ac:picMkLst>
        </pc:picChg>
        <pc:cxnChg chg="add mod">
          <ac:chgData name="Landon Moeller" userId="6c4ecec8-6927-4d7a-893c-9d1afafa0b65" providerId="ADAL" clId="{2C975B97-2FAE-4319-AB75-4CE6C0B2A434}" dt="2026-04-28T18:03:57.879" v="2032" actId="14861"/>
          <ac:cxnSpMkLst>
            <pc:docMk/>
            <pc:sldMk cId="607718554" sldId="298"/>
            <ac:cxnSpMk id="10" creationId="{C363B2F8-9EAE-3CDF-2577-6E825DF78ED4}"/>
          </ac:cxnSpMkLst>
        </pc:cxnChg>
      </pc:sldChg>
    </pc:docChg>
  </pc:docChgLst>
  <pc:docChgLst>
    <pc:chgData name="Owen Cutinello" userId="S::z2015426@students.niu.edu::8e439275-a909-42ed-8170-28f703da3109" providerId="AD" clId="Web-{2FAA75B4-E9D2-30A3-683B-4DD98700300E}"/>
    <pc:docChg chg="modSld">
      <pc:chgData name="Owen Cutinello" userId="S::z2015426@students.niu.edu::8e439275-a909-42ed-8170-28f703da3109" providerId="AD" clId="Web-{2FAA75B4-E9D2-30A3-683B-4DD98700300E}" dt="2026-04-27T15:32:29.361" v="461"/>
      <pc:docMkLst>
        <pc:docMk/>
      </pc:docMkLst>
      <pc:sldChg chg="modSp">
        <pc:chgData name="Owen Cutinello" userId="S::z2015426@students.niu.edu::8e439275-a909-42ed-8170-28f703da3109" providerId="AD" clId="Web-{2FAA75B4-E9D2-30A3-683B-4DD98700300E}" dt="2026-04-27T15:32:29.361" v="461"/>
        <pc:sldMkLst>
          <pc:docMk/>
          <pc:sldMk cId="1753870251" sldId="275"/>
        </pc:sldMkLst>
        <pc:graphicFrameChg chg="mod modGraphic">
          <ac:chgData name="Owen Cutinello" userId="S::z2015426@students.niu.edu::8e439275-a909-42ed-8170-28f703da3109" providerId="AD" clId="Web-{2FAA75B4-E9D2-30A3-683B-4DD98700300E}" dt="2026-04-27T15:32:29.361" v="461"/>
          <ac:graphicFrameMkLst>
            <pc:docMk/>
            <pc:sldMk cId="1753870251" sldId="275"/>
            <ac:graphicFrameMk id="7" creationId="{1B25C54D-B0F7-8E2A-F2D9-52129C4C7A18}"/>
          </ac:graphicFrameMkLst>
        </pc:graphicFrameChg>
      </pc:sldChg>
    </pc:docChg>
  </pc:docChgLst>
  <pc:docChgLst>
    <pc:chgData name="Tyson Stewart" userId="8e2b140b-85bc-4b41-b8fc-f7a99c36e0e2" providerId="ADAL" clId="{075AAA6C-F185-4AC3-8D32-0A82B8AC997B}"/>
    <pc:docChg chg="undo custSel addSld delSld modSld sldOrd">
      <pc:chgData name="Tyson Stewart" userId="8e2b140b-85bc-4b41-b8fc-f7a99c36e0e2" providerId="ADAL" clId="{075AAA6C-F185-4AC3-8D32-0A82B8AC997B}" dt="2026-04-29T05:48:21.315" v="1876" actId="1076"/>
      <pc:docMkLst>
        <pc:docMk/>
      </pc:docMkLst>
      <pc:sldChg chg="modSp mod modAnim">
        <pc:chgData name="Tyson Stewart" userId="8e2b140b-85bc-4b41-b8fc-f7a99c36e0e2" providerId="ADAL" clId="{075AAA6C-F185-4AC3-8D32-0A82B8AC997B}" dt="2026-04-29T05:09:15.555" v="1360" actId="20577"/>
        <pc:sldMkLst>
          <pc:docMk/>
          <pc:sldMk cId="28047482" sldId="260"/>
        </pc:sldMkLst>
        <pc:spChg chg="mod">
          <ac:chgData name="Tyson Stewart" userId="8e2b140b-85bc-4b41-b8fc-f7a99c36e0e2" providerId="ADAL" clId="{075AAA6C-F185-4AC3-8D32-0A82B8AC997B}" dt="2026-04-29T05:09:15.555" v="1360" actId="20577"/>
          <ac:spMkLst>
            <pc:docMk/>
            <pc:sldMk cId="28047482" sldId="260"/>
            <ac:spMk id="3" creationId="{98A18BF7-2D9B-7C68-C564-5339AB1205A0}"/>
          </ac:spMkLst>
        </pc:spChg>
      </pc:sldChg>
      <pc:sldChg chg="modSp mod modAnim">
        <pc:chgData name="Tyson Stewart" userId="8e2b140b-85bc-4b41-b8fc-f7a99c36e0e2" providerId="ADAL" clId="{075AAA6C-F185-4AC3-8D32-0A82B8AC997B}" dt="2026-04-29T05:08:00.788" v="1244" actId="20577"/>
        <pc:sldMkLst>
          <pc:docMk/>
          <pc:sldMk cId="174257554" sldId="263"/>
        </pc:sldMkLst>
        <pc:spChg chg="mod">
          <ac:chgData name="Tyson Stewart" userId="8e2b140b-85bc-4b41-b8fc-f7a99c36e0e2" providerId="ADAL" clId="{075AAA6C-F185-4AC3-8D32-0A82B8AC997B}" dt="2026-04-29T05:08:00.788" v="1244" actId="20577"/>
          <ac:spMkLst>
            <pc:docMk/>
            <pc:sldMk cId="174257554" sldId="263"/>
            <ac:spMk id="4" creationId="{2A79E7A5-3F44-7AAF-8CC9-7557345D6D01}"/>
          </ac:spMkLst>
        </pc:spChg>
      </pc:sldChg>
      <pc:sldChg chg="ord">
        <pc:chgData name="Tyson Stewart" userId="8e2b140b-85bc-4b41-b8fc-f7a99c36e0e2" providerId="ADAL" clId="{075AAA6C-F185-4AC3-8D32-0A82B8AC997B}" dt="2026-04-29T04:50:48.760" v="725"/>
        <pc:sldMkLst>
          <pc:docMk/>
          <pc:sldMk cId="2132610012" sldId="265"/>
        </pc:sldMkLst>
      </pc:sldChg>
      <pc:sldChg chg="del">
        <pc:chgData name="Tyson Stewart" userId="8e2b140b-85bc-4b41-b8fc-f7a99c36e0e2" providerId="ADAL" clId="{075AAA6C-F185-4AC3-8D32-0A82B8AC997B}" dt="2026-04-28T22:36:19.723" v="500" actId="2696"/>
        <pc:sldMkLst>
          <pc:docMk/>
          <pc:sldMk cId="2787734007" sldId="267"/>
        </pc:sldMkLst>
      </pc:sldChg>
      <pc:sldChg chg="addSp modSp mod">
        <pc:chgData name="Tyson Stewart" userId="8e2b140b-85bc-4b41-b8fc-f7a99c36e0e2" providerId="ADAL" clId="{075AAA6C-F185-4AC3-8D32-0A82B8AC997B}" dt="2026-04-28T22:36:07.460" v="498" actId="14100"/>
        <pc:sldMkLst>
          <pc:docMk/>
          <pc:sldMk cId="3672559710" sldId="273"/>
        </pc:sldMkLst>
        <pc:picChg chg="add mod">
          <ac:chgData name="Tyson Stewart" userId="8e2b140b-85bc-4b41-b8fc-f7a99c36e0e2" providerId="ADAL" clId="{075AAA6C-F185-4AC3-8D32-0A82B8AC997B}" dt="2026-04-28T22:36:04.277" v="497" actId="14100"/>
          <ac:picMkLst>
            <pc:docMk/>
            <pc:sldMk cId="3672559710" sldId="273"/>
            <ac:picMk id="2" creationId="{BDD0DBCA-35FD-1064-A8E7-9184649BE591}"/>
          </ac:picMkLst>
        </pc:picChg>
        <pc:picChg chg="mod">
          <ac:chgData name="Tyson Stewart" userId="8e2b140b-85bc-4b41-b8fc-f7a99c36e0e2" providerId="ADAL" clId="{075AAA6C-F185-4AC3-8D32-0A82B8AC997B}" dt="2026-04-28T22:36:07.460" v="498" actId="14100"/>
          <ac:picMkLst>
            <pc:docMk/>
            <pc:sldMk cId="3672559710" sldId="273"/>
            <ac:picMk id="5" creationId="{B8CFF2B3-C7C9-D135-1FAC-F43EB42A9B29}"/>
          </ac:picMkLst>
        </pc:picChg>
      </pc:sldChg>
      <pc:sldChg chg="addSp delSp modSp del mod">
        <pc:chgData name="Tyson Stewart" userId="8e2b140b-85bc-4b41-b8fc-f7a99c36e0e2" providerId="ADAL" clId="{075AAA6C-F185-4AC3-8D32-0A82B8AC997B}" dt="2026-04-28T22:36:11.088" v="499" actId="47"/>
        <pc:sldMkLst>
          <pc:docMk/>
          <pc:sldMk cId="1279247850" sldId="274"/>
        </pc:sldMkLst>
        <pc:spChg chg="add mod">
          <ac:chgData name="Tyson Stewart" userId="8e2b140b-85bc-4b41-b8fc-f7a99c36e0e2" providerId="ADAL" clId="{075AAA6C-F185-4AC3-8D32-0A82B8AC997B}" dt="2026-04-28T22:35:35.626" v="488" actId="21"/>
          <ac:spMkLst>
            <pc:docMk/>
            <pc:sldMk cId="1279247850" sldId="274"/>
            <ac:spMk id="3" creationId="{E3EFD033-19CE-42E7-E48A-AFEAE24A3FEF}"/>
          </ac:spMkLst>
        </pc:spChg>
        <pc:picChg chg="del">
          <ac:chgData name="Tyson Stewart" userId="8e2b140b-85bc-4b41-b8fc-f7a99c36e0e2" providerId="ADAL" clId="{075AAA6C-F185-4AC3-8D32-0A82B8AC997B}" dt="2026-04-28T22:35:35.626" v="488" actId="21"/>
          <ac:picMkLst>
            <pc:docMk/>
            <pc:sldMk cId="1279247850" sldId="274"/>
            <ac:picMk id="5" creationId="{BDD0DBCA-35FD-1064-A8E7-9184649BE591}"/>
          </ac:picMkLst>
        </pc:picChg>
      </pc:sldChg>
      <pc:sldChg chg="del">
        <pc:chgData name="Tyson Stewart" userId="8e2b140b-85bc-4b41-b8fc-f7a99c36e0e2" providerId="ADAL" clId="{075AAA6C-F185-4AC3-8D32-0A82B8AC997B}" dt="2026-04-28T22:36:19.723" v="500" actId="2696"/>
        <pc:sldMkLst>
          <pc:docMk/>
          <pc:sldMk cId="185032664" sldId="276"/>
        </pc:sldMkLst>
      </pc:sldChg>
      <pc:sldChg chg="addSp modSp mod">
        <pc:chgData name="Tyson Stewart" userId="8e2b140b-85bc-4b41-b8fc-f7a99c36e0e2" providerId="ADAL" clId="{075AAA6C-F185-4AC3-8D32-0A82B8AC997B}" dt="2026-04-28T22:39:08.795" v="539" actId="1035"/>
        <pc:sldMkLst>
          <pc:docMk/>
          <pc:sldMk cId="1893910408" sldId="277"/>
        </pc:sldMkLst>
        <pc:picChg chg="add mod">
          <ac:chgData name="Tyson Stewart" userId="8e2b140b-85bc-4b41-b8fc-f7a99c36e0e2" providerId="ADAL" clId="{075AAA6C-F185-4AC3-8D32-0A82B8AC997B}" dt="2026-04-28T22:38:55.859" v="529" actId="1037"/>
          <ac:picMkLst>
            <pc:docMk/>
            <pc:sldMk cId="1893910408" sldId="277"/>
            <ac:picMk id="2" creationId="{4B2D0448-0356-55DA-9297-8059B4A7DACF}"/>
          </ac:picMkLst>
        </pc:picChg>
        <pc:picChg chg="mod">
          <ac:chgData name="Tyson Stewart" userId="8e2b140b-85bc-4b41-b8fc-f7a99c36e0e2" providerId="ADAL" clId="{075AAA6C-F185-4AC3-8D32-0A82B8AC997B}" dt="2026-04-28T22:39:08.795" v="539" actId="1035"/>
          <ac:picMkLst>
            <pc:docMk/>
            <pc:sldMk cId="1893910408" sldId="277"/>
            <ac:picMk id="5" creationId="{125A6BC0-0001-55B3-9492-3A36FA62E425}"/>
          </ac:picMkLst>
        </pc:picChg>
      </pc:sldChg>
      <pc:sldChg chg="addSp modSp mod">
        <pc:chgData name="Tyson Stewart" userId="8e2b140b-85bc-4b41-b8fc-f7a99c36e0e2" providerId="ADAL" clId="{075AAA6C-F185-4AC3-8D32-0A82B8AC997B}" dt="2026-04-27T20:32:40.951" v="262" actId="1076"/>
        <pc:sldMkLst>
          <pc:docMk/>
          <pc:sldMk cId="3440198696" sldId="285"/>
        </pc:sldMkLst>
        <pc:spChg chg="mod">
          <ac:chgData name="Tyson Stewart" userId="8e2b140b-85bc-4b41-b8fc-f7a99c36e0e2" providerId="ADAL" clId="{075AAA6C-F185-4AC3-8D32-0A82B8AC997B}" dt="2026-04-27T20:28:09.204" v="251"/>
          <ac:spMkLst>
            <pc:docMk/>
            <pc:sldMk cId="3440198696" sldId="285"/>
            <ac:spMk id="6" creationId="{2957FEB9-F606-279E-A774-7DBEA160767A}"/>
          </ac:spMkLst>
        </pc:spChg>
        <pc:spChg chg="mod">
          <ac:chgData name="Tyson Stewart" userId="8e2b140b-85bc-4b41-b8fc-f7a99c36e0e2" providerId="ADAL" clId="{075AAA6C-F185-4AC3-8D32-0A82B8AC997B}" dt="2026-04-27T20:28:12.101" v="252"/>
          <ac:spMkLst>
            <pc:docMk/>
            <pc:sldMk cId="3440198696" sldId="285"/>
            <ac:spMk id="8" creationId="{01F3494E-51EB-DCE3-FF07-9AA9015878A5}"/>
          </ac:spMkLst>
        </pc:spChg>
        <pc:spChg chg="mod">
          <ac:chgData name="Tyson Stewart" userId="8e2b140b-85bc-4b41-b8fc-f7a99c36e0e2" providerId="ADAL" clId="{075AAA6C-F185-4AC3-8D32-0A82B8AC997B}" dt="2026-04-27T20:28:00.198" v="250"/>
          <ac:spMkLst>
            <pc:docMk/>
            <pc:sldMk cId="3440198696" sldId="285"/>
            <ac:spMk id="9" creationId="{1AF68835-6029-851B-F782-8DF97B7DEE86}"/>
          </ac:spMkLst>
        </pc:spChg>
        <pc:picChg chg="add mod">
          <ac:chgData name="Tyson Stewart" userId="8e2b140b-85bc-4b41-b8fc-f7a99c36e0e2" providerId="ADAL" clId="{075AAA6C-F185-4AC3-8D32-0A82B8AC997B}" dt="2026-04-27T20:32:40.951" v="262" actId="1076"/>
          <ac:picMkLst>
            <pc:docMk/>
            <pc:sldMk cId="3440198696" sldId="285"/>
            <ac:picMk id="1026" creationId="{5BE10D5E-CE43-E1EA-B2E9-988D3D547700}"/>
          </ac:picMkLst>
        </pc:picChg>
      </pc:sldChg>
      <pc:sldChg chg="del">
        <pc:chgData name="Tyson Stewart" userId="8e2b140b-85bc-4b41-b8fc-f7a99c36e0e2" providerId="ADAL" clId="{075AAA6C-F185-4AC3-8D32-0A82B8AC997B}" dt="2026-04-28T22:36:19.723" v="500" actId="2696"/>
        <pc:sldMkLst>
          <pc:docMk/>
          <pc:sldMk cId="1747666683" sldId="287"/>
        </pc:sldMkLst>
      </pc:sldChg>
      <pc:sldChg chg="del">
        <pc:chgData name="Tyson Stewart" userId="8e2b140b-85bc-4b41-b8fc-f7a99c36e0e2" providerId="ADAL" clId="{075AAA6C-F185-4AC3-8D32-0A82B8AC997B}" dt="2026-04-28T22:36:19.723" v="500" actId="2696"/>
        <pc:sldMkLst>
          <pc:docMk/>
          <pc:sldMk cId="3030803016" sldId="288"/>
        </pc:sldMkLst>
      </pc:sldChg>
      <pc:sldChg chg="addSp delSp modSp del mod">
        <pc:chgData name="Tyson Stewart" userId="8e2b140b-85bc-4b41-b8fc-f7a99c36e0e2" providerId="ADAL" clId="{075AAA6C-F185-4AC3-8D32-0A82B8AC997B}" dt="2026-04-28T22:38:21.878" v="506" actId="2696"/>
        <pc:sldMkLst>
          <pc:docMk/>
          <pc:sldMk cId="1592706749" sldId="289"/>
        </pc:sldMkLst>
        <pc:spChg chg="add mod">
          <ac:chgData name="Tyson Stewart" userId="8e2b140b-85bc-4b41-b8fc-f7a99c36e0e2" providerId="ADAL" clId="{075AAA6C-F185-4AC3-8D32-0A82B8AC997B}" dt="2026-04-28T22:38:19.388" v="505" actId="21"/>
          <ac:spMkLst>
            <pc:docMk/>
            <pc:sldMk cId="1592706749" sldId="289"/>
            <ac:spMk id="3" creationId="{C53B23CE-B68A-6198-E642-638DE18CD88A}"/>
          </ac:spMkLst>
        </pc:spChg>
        <pc:picChg chg="del">
          <ac:chgData name="Tyson Stewart" userId="8e2b140b-85bc-4b41-b8fc-f7a99c36e0e2" providerId="ADAL" clId="{075AAA6C-F185-4AC3-8D32-0A82B8AC997B}" dt="2026-04-28T22:38:19.388" v="505" actId="21"/>
          <ac:picMkLst>
            <pc:docMk/>
            <pc:sldMk cId="1592706749" sldId="289"/>
            <ac:picMk id="5" creationId="{4B2D0448-0356-55DA-9297-8059B4A7DACF}"/>
          </ac:picMkLst>
        </pc:picChg>
      </pc:sldChg>
      <pc:sldChg chg="addSp delSp modSp new mod ord">
        <pc:chgData name="Tyson Stewart" userId="8e2b140b-85bc-4b41-b8fc-f7a99c36e0e2" providerId="ADAL" clId="{075AAA6C-F185-4AC3-8D32-0A82B8AC997B}" dt="2026-04-29T05:48:21.315" v="1876" actId="1076"/>
        <pc:sldMkLst>
          <pc:docMk/>
          <pc:sldMk cId="2812917658" sldId="292"/>
        </pc:sldMkLst>
        <pc:spChg chg="mod">
          <ac:chgData name="Tyson Stewart" userId="8e2b140b-85bc-4b41-b8fc-f7a99c36e0e2" providerId="ADAL" clId="{075AAA6C-F185-4AC3-8D32-0A82B8AC997B}" dt="2026-04-27T20:39:24.944" v="290" actId="20577"/>
          <ac:spMkLst>
            <pc:docMk/>
            <pc:sldMk cId="2812917658" sldId="292"/>
            <ac:spMk id="2" creationId="{D6BFC31F-CF49-42C3-B176-BD09ED660EC2}"/>
          </ac:spMkLst>
        </pc:spChg>
        <pc:spChg chg="add mod">
          <ac:chgData name="Tyson Stewart" userId="8e2b140b-85bc-4b41-b8fc-f7a99c36e0e2" providerId="ADAL" clId="{075AAA6C-F185-4AC3-8D32-0A82B8AC997B}" dt="2026-04-29T05:47:04.781" v="1868" actId="20577"/>
          <ac:spMkLst>
            <pc:docMk/>
            <pc:sldMk cId="2812917658" sldId="292"/>
            <ac:spMk id="4" creationId="{464D2E62-214A-FB9D-81D6-5C7C6B357C00}"/>
          </ac:spMkLst>
        </pc:spChg>
        <pc:spChg chg="add mod">
          <ac:chgData name="Tyson Stewart" userId="8e2b140b-85bc-4b41-b8fc-f7a99c36e0e2" providerId="ADAL" clId="{075AAA6C-F185-4AC3-8D32-0A82B8AC997B}" dt="2026-04-29T02:18:20.057" v="621" actId="207"/>
          <ac:spMkLst>
            <pc:docMk/>
            <pc:sldMk cId="2812917658" sldId="292"/>
            <ac:spMk id="5" creationId="{E2BF74A8-EA2F-1E67-885C-C101B774F0C1}"/>
          </ac:spMkLst>
        </pc:spChg>
        <pc:spChg chg="mod">
          <ac:chgData name="Tyson Stewart" userId="8e2b140b-85bc-4b41-b8fc-f7a99c36e0e2" providerId="ADAL" clId="{075AAA6C-F185-4AC3-8D32-0A82B8AC997B}" dt="2026-04-29T05:48:10.560" v="1874" actId="1076"/>
          <ac:spMkLst>
            <pc:docMk/>
            <pc:sldMk cId="2812917658" sldId="292"/>
            <ac:spMk id="7" creationId="{CE8A4D34-4A7B-C120-217B-8F393921AA7D}"/>
          </ac:spMkLst>
        </pc:spChg>
        <pc:spChg chg="mod">
          <ac:chgData name="Tyson Stewart" userId="8e2b140b-85bc-4b41-b8fc-f7a99c36e0e2" providerId="ADAL" clId="{075AAA6C-F185-4AC3-8D32-0A82B8AC997B}" dt="2026-04-29T05:48:21.315" v="1876" actId="1076"/>
          <ac:spMkLst>
            <pc:docMk/>
            <pc:sldMk cId="2812917658" sldId="292"/>
            <ac:spMk id="8" creationId="{294CAA0A-4F4A-5880-C249-3B3A4439AE0C}"/>
          </ac:spMkLst>
        </pc:spChg>
        <pc:picChg chg="mod modCrop">
          <ac:chgData name="Tyson Stewart" userId="8e2b140b-85bc-4b41-b8fc-f7a99c36e0e2" providerId="ADAL" clId="{075AAA6C-F185-4AC3-8D32-0A82B8AC997B}" dt="2026-04-29T05:47:44.811" v="1870" actId="1076"/>
          <ac:picMkLst>
            <pc:docMk/>
            <pc:sldMk cId="2812917658" sldId="292"/>
            <ac:picMk id="3" creationId="{19E64E62-6977-2E52-D16A-1E8A8A359A5B}"/>
          </ac:picMkLst>
        </pc:picChg>
        <pc:picChg chg="mod">
          <ac:chgData name="Tyson Stewart" userId="8e2b140b-85bc-4b41-b8fc-f7a99c36e0e2" providerId="ADAL" clId="{075AAA6C-F185-4AC3-8D32-0A82B8AC997B}" dt="2026-04-29T05:48:17.201" v="1875" actId="1076"/>
          <ac:picMkLst>
            <pc:docMk/>
            <pc:sldMk cId="2812917658" sldId="292"/>
            <ac:picMk id="6" creationId="{7FBBAD7E-D4CE-287C-4A1C-FD913E433C55}"/>
          </ac:picMkLst>
        </pc:picChg>
        <pc:picChg chg="add mod">
          <ac:chgData name="Tyson Stewart" userId="8e2b140b-85bc-4b41-b8fc-f7a99c36e0e2" providerId="ADAL" clId="{075AAA6C-F185-4AC3-8D32-0A82B8AC997B}" dt="2026-04-27T20:44:08.733" v="302" actId="1076"/>
          <ac:picMkLst>
            <pc:docMk/>
            <pc:sldMk cId="2812917658" sldId="292"/>
            <ac:picMk id="2050" creationId="{32B0B05C-056B-3C9F-212C-539878A29F5C}"/>
          </ac:picMkLst>
        </pc:picChg>
        <pc:picChg chg="add mod">
          <ac:chgData name="Tyson Stewart" userId="8e2b140b-85bc-4b41-b8fc-f7a99c36e0e2" providerId="ADAL" clId="{075AAA6C-F185-4AC3-8D32-0A82B8AC997B}" dt="2026-04-27T20:44:25.821" v="303" actId="1076"/>
          <ac:picMkLst>
            <pc:docMk/>
            <pc:sldMk cId="2812917658" sldId="292"/>
            <ac:picMk id="2052" creationId="{E916612B-36B6-38DB-66BD-3C0D4EC6FE50}"/>
          </ac:picMkLst>
        </pc:picChg>
      </pc:sldChg>
      <pc:sldChg chg="new del">
        <pc:chgData name="Tyson Stewart" userId="8e2b140b-85bc-4b41-b8fc-f7a99c36e0e2" providerId="ADAL" clId="{075AAA6C-F185-4AC3-8D32-0A82B8AC997B}" dt="2026-04-28T19:13:43.626" v="437" actId="47"/>
        <pc:sldMkLst>
          <pc:docMk/>
          <pc:sldMk cId="2789482229" sldId="298"/>
        </pc:sldMkLst>
      </pc:sldChg>
      <pc:sldChg chg="addSp delSp modSp add mod">
        <pc:chgData name="Tyson Stewart" userId="8e2b140b-85bc-4b41-b8fc-f7a99c36e0e2" providerId="ADAL" clId="{075AAA6C-F185-4AC3-8D32-0A82B8AC997B}" dt="2026-04-29T05:26:08.141" v="1844" actId="14100"/>
        <pc:sldMkLst>
          <pc:docMk/>
          <pc:sldMk cId="2132738193" sldId="299"/>
        </pc:sldMkLst>
        <pc:spChg chg="add mod">
          <ac:chgData name="Tyson Stewart" userId="8e2b140b-85bc-4b41-b8fc-f7a99c36e0e2" providerId="ADAL" clId="{075AAA6C-F185-4AC3-8D32-0A82B8AC997B}" dt="2026-04-29T05:24:51.044" v="1775" actId="1076"/>
          <ac:spMkLst>
            <pc:docMk/>
            <pc:sldMk cId="2132738193" sldId="299"/>
            <ac:spMk id="2" creationId="{A40E4574-054A-DE2D-BEA1-9B7A199DBE4A}"/>
          </ac:spMkLst>
        </pc:spChg>
        <pc:spChg chg="add mod">
          <ac:chgData name="Tyson Stewart" userId="8e2b140b-85bc-4b41-b8fc-f7a99c36e0e2" providerId="ADAL" clId="{075AAA6C-F185-4AC3-8D32-0A82B8AC997B}" dt="2026-04-29T05:13:28.453" v="1427" actId="208"/>
          <ac:spMkLst>
            <pc:docMk/>
            <pc:sldMk cId="2132738193" sldId="299"/>
            <ac:spMk id="3" creationId="{93565D20-5819-CCF7-23EB-A91C0130ED36}"/>
          </ac:spMkLst>
        </pc:spChg>
        <pc:spChg chg="add mod">
          <ac:chgData name="Tyson Stewart" userId="8e2b140b-85bc-4b41-b8fc-f7a99c36e0e2" providerId="ADAL" clId="{075AAA6C-F185-4AC3-8D32-0A82B8AC997B}" dt="2026-04-29T05:18:38.270" v="1448" actId="14100"/>
          <ac:spMkLst>
            <pc:docMk/>
            <pc:sldMk cId="2132738193" sldId="299"/>
            <ac:spMk id="4" creationId="{3EB9A9F4-3DF9-C9C6-8202-8E5D9D51A262}"/>
          </ac:spMkLst>
        </pc:spChg>
        <pc:spChg chg="add mod">
          <ac:chgData name="Tyson Stewart" userId="8e2b140b-85bc-4b41-b8fc-f7a99c36e0e2" providerId="ADAL" clId="{075AAA6C-F185-4AC3-8D32-0A82B8AC997B}" dt="2026-04-29T05:19:04.480" v="1486" actId="14100"/>
          <ac:spMkLst>
            <pc:docMk/>
            <pc:sldMk cId="2132738193" sldId="299"/>
            <ac:spMk id="5" creationId="{5345ADCF-DFF5-09CB-3076-9E52E08446C8}"/>
          </ac:spMkLst>
        </pc:spChg>
        <pc:spChg chg="add mod">
          <ac:chgData name="Tyson Stewart" userId="8e2b140b-85bc-4b41-b8fc-f7a99c36e0e2" providerId="ADAL" clId="{075AAA6C-F185-4AC3-8D32-0A82B8AC997B}" dt="2026-04-29T05:19:44.449" v="1540" actId="20577"/>
          <ac:spMkLst>
            <pc:docMk/>
            <pc:sldMk cId="2132738193" sldId="299"/>
            <ac:spMk id="6" creationId="{C612B53B-6910-C938-04B9-74919F143EB7}"/>
          </ac:spMkLst>
        </pc:spChg>
        <pc:spChg chg="add mod">
          <ac:chgData name="Tyson Stewart" userId="8e2b140b-85bc-4b41-b8fc-f7a99c36e0e2" providerId="ADAL" clId="{075AAA6C-F185-4AC3-8D32-0A82B8AC997B}" dt="2026-04-29T05:21:09.092" v="1666" actId="20577"/>
          <ac:spMkLst>
            <pc:docMk/>
            <pc:sldMk cId="2132738193" sldId="299"/>
            <ac:spMk id="7" creationId="{9E604218-3958-65F9-56D6-0D98F6CDBCC2}"/>
          </ac:spMkLst>
        </pc:spChg>
        <pc:spChg chg="add mod">
          <ac:chgData name="Tyson Stewart" userId="8e2b140b-85bc-4b41-b8fc-f7a99c36e0e2" providerId="ADAL" clId="{075AAA6C-F185-4AC3-8D32-0A82B8AC997B}" dt="2026-04-29T05:20:35.034" v="1636" actId="20577"/>
          <ac:spMkLst>
            <pc:docMk/>
            <pc:sldMk cId="2132738193" sldId="299"/>
            <ac:spMk id="8" creationId="{4E7F881C-1E46-B332-1DF5-634442BD8670}"/>
          </ac:spMkLst>
        </pc:spChg>
        <pc:spChg chg="add del">
          <ac:chgData name="Tyson Stewart" userId="8e2b140b-85bc-4b41-b8fc-f7a99c36e0e2" providerId="ADAL" clId="{075AAA6C-F185-4AC3-8D32-0A82B8AC997B}" dt="2026-04-29T05:20:48.783" v="1638" actId="478"/>
          <ac:spMkLst>
            <pc:docMk/>
            <pc:sldMk cId="2132738193" sldId="299"/>
            <ac:spMk id="9" creationId="{852E6566-F40B-78DF-B484-0D0F1374F5A1}"/>
          </ac:spMkLst>
        </pc:spChg>
        <pc:spChg chg="add mod">
          <ac:chgData name="Tyson Stewart" userId="8e2b140b-85bc-4b41-b8fc-f7a99c36e0e2" providerId="ADAL" clId="{075AAA6C-F185-4AC3-8D32-0A82B8AC997B}" dt="2026-04-29T05:21:20.377" v="1701" actId="20577"/>
          <ac:spMkLst>
            <pc:docMk/>
            <pc:sldMk cId="2132738193" sldId="299"/>
            <ac:spMk id="10" creationId="{3A717063-CEDE-9471-3A8B-5A90FCA8B85E}"/>
          </ac:spMkLst>
        </pc:spChg>
        <pc:spChg chg="mod">
          <ac:chgData name="Tyson Stewart" userId="8e2b140b-85bc-4b41-b8fc-f7a99c36e0e2" providerId="ADAL" clId="{075AAA6C-F185-4AC3-8D32-0A82B8AC997B}" dt="2026-04-28T19:13:49.377" v="450" actId="20577"/>
          <ac:spMkLst>
            <pc:docMk/>
            <pc:sldMk cId="2132738193" sldId="299"/>
            <ac:spMk id="12" creationId="{8F186DF0-7813-FE03-67F4-9B4DD7BB5377}"/>
          </ac:spMkLst>
        </pc:spChg>
        <pc:spChg chg="add mod">
          <ac:chgData name="Tyson Stewart" userId="8e2b140b-85bc-4b41-b8fc-f7a99c36e0e2" providerId="ADAL" clId="{075AAA6C-F185-4AC3-8D32-0A82B8AC997B}" dt="2026-04-29T05:23:16.964" v="1745" actId="20577"/>
          <ac:spMkLst>
            <pc:docMk/>
            <pc:sldMk cId="2132738193" sldId="299"/>
            <ac:spMk id="13" creationId="{2D5F3FDC-F0FA-997B-338A-672C66993EAA}"/>
          </ac:spMkLst>
        </pc:spChg>
        <pc:spChg chg="add mod">
          <ac:chgData name="Tyson Stewart" userId="8e2b140b-85bc-4b41-b8fc-f7a99c36e0e2" providerId="ADAL" clId="{075AAA6C-F185-4AC3-8D32-0A82B8AC997B}" dt="2026-04-29T05:26:08.141" v="1844" actId="14100"/>
          <ac:spMkLst>
            <pc:docMk/>
            <pc:sldMk cId="2132738193" sldId="299"/>
            <ac:spMk id="37" creationId="{D78FB6D9-F0A8-F4A5-F209-B52E28567EAC}"/>
          </ac:spMkLst>
        </pc:spChg>
        <pc:picChg chg="del">
          <ac:chgData name="Tyson Stewart" userId="8e2b140b-85bc-4b41-b8fc-f7a99c36e0e2" providerId="ADAL" clId="{075AAA6C-F185-4AC3-8D32-0A82B8AC997B}" dt="2026-04-29T05:11:19.051" v="1361" actId="478"/>
          <ac:picMkLst>
            <pc:docMk/>
            <pc:sldMk cId="2132738193" sldId="299"/>
            <ac:picMk id="11" creationId="{87B32540-1C50-EEA9-1FB8-F130B516C6EB}"/>
          </ac:picMkLst>
        </pc:picChg>
        <pc:cxnChg chg="add mod">
          <ac:chgData name="Tyson Stewart" userId="8e2b140b-85bc-4b41-b8fc-f7a99c36e0e2" providerId="ADAL" clId="{075AAA6C-F185-4AC3-8D32-0A82B8AC997B}" dt="2026-04-29T05:24:51.044" v="1775" actId="1076"/>
          <ac:cxnSpMkLst>
            <pc:docMk/>
            <pc:sldMk cId="2132738193" sldId="299"/>
            <ac:cxnSpMk id="15" creationId="{8E53EB49-4D36-2ACF-34A1-29BB1527569A}"/>
          </ac:cxnSpMkLst>
        </pc:cxnChg>
        <pc:cxnChg chg="add mod">
          <ac:chgData name="Tyson Stewart" userId="8e2b140b-85bc-4b41-b8fc-f7a99c36e0e2" providerId="ADAL" clId="{075AAA6C-F185-4AC3-8D32-0A82B8AC997B}" dt="2026-04-29T05:24:22.219" v="1767" actId="208"/>
          <ac:cxnSpMkLst>
            <pc:docMk/>
            <pc:sldMk cId="2132738193" sldId="299"/>
            <ac:cxnSpMk id="16" creationId="{C9990271-3C75-8AF1-936A-17B1575A8804}"/>
          </ac:cxnSpMkLst>
        </pc:cxnChg>
        <pc:cxnChg chg="add mod">
          <ac:chgData name="Tyson Stewart" userId="8e2b140b-85bc-4b41-b8fc-f7a99c36e0e2" providerId="ADAL" clId="{075AAA6C-F185-4AC3-8D32-0A82B8AC997B}" dt="2026-04-29T05:24:19.805" v="1766" actId="208"/>
          <ac:cxnSpMkLst>
            <pc:docMk/>
            <pc:sldMk cId="2132738193" sldId="299"/>
            <ac:cxnSpMk id="19" creationId="{CCAA1D5D-496D-DA02-2C63-EA21765247F7}"/>
          </ac:cxnSpMkLst>
        </pc:cxnChg>
        <pc:cxnChg chg="add mod">
          <ac:chgData name="Tyson Stewart" userId="8e2b140b-85bc-4b41-b8fc-f7a99c36e0e2" providerId="ADAL" clId="{075AAA6C-F185-4AC3-8D32-0A82B8AC997B}" dt="2026-04-29T05:24:17.694" v="1765" actId="208"/>
          <ac:cxnSpMkLst>
            <pc:docMk/>
            <pc:sldMk cId="2132738193" sldId="299"/>
            <ac:cxnSpMk id="22" creationId="{2E53B2A6-4408-D5E8-F081-52D1A78F7CA9}"/>
          </ac:cxnSpMkLst>
        </pc:cxnChg>
        <pc:cxnChg chg="add mod">
          <ac:chgData name="Tyson Stewart" userId="8e2b140b-85bc-4b41-b8fc-f7a99c36e0e2" providerId="ADAL" clId="{075AAA6C-F185-4AC3-8D32-0A82B8AC997B}" dt="2026-04-29T05:24:15.444" v="1764" actId="208"/>
          <ac:cxnSpMkLst>
            <pc:docMk/>
            <pc:sldMk cId="2132738193" sldId="299"/>
            <ac:cxnSpMk id="24" creationId="{21285C05-95C3-533D-1C57-C70C85488519}"/>
          </ac:cxnSpMkLst>
        </pc:cxnChg>
        <pc:cxnChg chg="add mod">
          <ac:chgData name="Tyson Stewart" userId="8e2b140b-85bc-4b41-b8fc-f7a99c36e0e2" providerId="ADAL" clId="{075AAA6C-F185-4AC3-8D32-0A82B8AC997B}" dt="2026-04-29T05:24:58.688" v="1777" actId="1076"/>
          <ac:cxnSpMkLst>
            <pc:docMk/>
            <pc:sldMk cId="2132738193" sldId="299"/>
            <ac:cxnSpMk id="30" creationId="{5D058842-C6C4-4B79-BFE4-52E79FD5652B}"/>
          </ac:cxnSpMkLst>
        </pc:cxnChg>
        <pc:cxnChg chg="add mod">
          <ac:chgData name="Tyson Stewart" userId="8e2b140b-85bc-4b41-b8fc-f7a99c36e0e2" providerId="ADAL" clId="{075AAA6C-F185-4AC3-8D32-0A82B8AC997B}" dt="2026-04-29T05:25:06.760" v="1781" actId="14100"/>
          <ac:cxnSpMkLst>
            <pc:docMk/>
            <pc:sldMk cId="2132738193" sldId="299"/>
            <ac:cxnSpMk id="31" creationId="{CBE6F3F1-3DAE-28E2-18BA-6529C609B40B}"/>
          </ac:cxnSpMkLst>
        </pc:cxnChg>
        <pc:cxnChg chg="add mod">
          <ac:chgData name="Tyson Stewart" userId="8e2b140b-85bc-4b41-b8fc-f7a99c36e0e2" providerId="ADAL" clId="{075AAA6C-F185-4AC3-8D32-0A82B8AC997B}" dt="2026-04-29T05:25:14.814" v="1785" actId="14100"/>
          <ac:cxnSpMkLst>
            <pc:docMk/>
            <pc:sldMk cId="2132738193" sldId="299"/>
            <ac:cxnSpMk id="34" creationId="{A0A9BFC0-BC37-35FC-020F-7492C6FC2D5A}"/>
          </ac:cxnSpMkLst>
        </pc:cxnChg>
        <pc:cxnChg chg="add mod">
          <ac:chgData name="Tyson Stewart" userId="8e2b140b-85bc-4b41-b8fc-f7a99c36e0e2" providerId="ADAL" clId="{075AAA6C-F185-4AC3-8D32-0A82B8AC997B}" dt="2026-04-29T05:26:08.141" v="1844" actId="14100"/>
          <ac:cxnSpMkLst>
            <pc:docMk/>
            <pc:sldMk cId="2132738193" sldId="299"/>
            <ac:cxnSpMk id="38" creationId="{CDC48DD2-9754-72D4-5FA5-D975B47581AF}"/>
          </ac:cxnSpMkLst>
        </pc:cxnChg>
      </pc:sldChg>
      <pc:sldChg chg="addSp delSp modSp add mod">
        <pc:chgData name="Tyson Stewart" userId="8e2b140b-85bc-4b41-b8fc-f7a99c36e0e2" providerId="ADAL" clId="{075AAA6C-F185-4AC3-8D32-0A82B8AC997B}" dt="2026-04-28T22:15:00.843" v="476" actId="1076"/>
        <pc:sldMkLst>
          <pc:docMk/>
          <pc:sldMk cId="3639252942" sldId="300"/>
        </pc:sldMkLst>
        <pc:spChg chg="add del mod">
          <ac:chgData name="Tyson Stewart" userId="8e2b140b-85bc-4b41-b8fc-f7a99c36e0e2" providerId="ADAL" clId="{075AAA6C-F185-4AC3-8D32-0A82B8AC997B}" dt="2026-04-28T22:13:59.010" v="461" actId="478"/>
          <ac:spMkLst>
            <pc:docMk/>
            <pc:sldMk cId="3639252942" sldId="300"/>
            <ac:spMk id="3" creationId="{56A568F0-8E12-6B62-EF95-1C5EB1E9E3CE}"/>
          </ac:spMkLst>
        </pc:spChg>
        <pc:picChg chg="add mod">
          <ac:chgData name="Tyson Stewart" userId="8e2b140b-85bc-4b41-b8fc-f7a99c36e0e2" providerId="ADAL" clId="{075AAA6C-F185-4AC3-8D32-0A82B8AC997B}" dt="2026-04-28T22:14:59.255" v="475" actId="1076"/>
          <ac:picMkLst>
            <pc:docMk/>
            <pc:sldMk cId="3639252942" sldId="300"/>
            <ac:picMk id="4" creationId="{4AFB9AFA-DB0E-54A8-784D-E1F7368F9696}"/>
          </ac:picMkLst>
        </pc:picChg>
        <pc:picChg chg="del">
          <ac:chgData name="Tyson Stewart" userId="8e2b140b-85bc-4b41-b8fc-f7a99c36e0e2" providerId="ADAL" clId="{075AAA6C-F185-4AC3-8D32-0A82B8AC997B}" dt="2026-04-28T22:13:53.634" v="460" actId="478"/>
          <ac:picMkLst>
            <pc:docMk/>
            <pc:sldMk cId="3639252942" sldId="300"/>
            <ac:picMk id="5" creationId="{109933B4-A82F-F59D-B42B-AAF396F1F011}"/>
          </ac:picMkLst>
        </pc:picChg>
        <pc:picChg chg="add mod">
          <ac:chgData name="Tyson Stewart" userId="8e2b140b-85bc-4b41-b8fc-f7a99c36e0e2" providerId="ADAL" clId="{075AAA6C-F185-4AC3-8D32-0A82B8AC997B}" dt="2026-04-28T22:15:00.843" v="476" actId="1076"/>
          <ac:picMkLst>
            <pc:docMk/>
            <pc:sldMk cId="3639252942" sldId="300"/>
            <ac:picMk id="6" creationId="{30078A83-BFA1-DD93-C20E-6788DE5EA0CD}"/>
          </ac:picMkLst>
        </pc:picChg>
      </pc:sldChg>
      <pc:sldChg chg="addSp delSp modSp add mod">
        <pc:chgData name="Tyson Stewart" userId="8e2b140b-85bc-4b41-b8fc-f7a99c36e0e2" providerId="ADAL" clId="{075AAA6C-F185-4AC3-8D32-0A82B8AC997B}" dt="2026-04-28T22:16:02.726" v="481" actId="14826"/>
        <pc:sldMkLst>
          <pc:docMk/>
          <pc:sldMk cId="1212396936" sldId="301"/>
        </pc:sldMkLst>
        <pc:picChg chg="add del mod">
          <ac:chgData name="Tyson Stewart" userId="8e2b140b-85bc-4b41-b8fc-f7a99c36e0e2" providerId="ADAL" clId="{075AAA6C-F185-4AC3-8D32-0A82B8AC997B}" dt="2026-04-28T22:15:49.588" v="479" actId="478"/>
          <ac:picMkLst>
            <pc:docMk/>
            <pc:sldMk cId="1212396936" sldId="301"/>
            <ac:picMk id="2" creationId="{DB29D6B6-F720-EA4C-B6EC-098F25C278AD}"/>
          </ac:picMkLst>
        </pc:picChg>
        <pc:picChg chg="mod">
          <ac:chgData name="Tyson Stewart" userId="8e2b140b-85bc-4b41-b8fc-f7a99c36e0e2" providerId="ADAL" clId="{075AAA6C-F185-4AC3-8D32-0A82B8AC997B}" dt="2026-04-28T22:15:53.095" v="480" actId="14826"/>
          <ac:picMkLst>
            <pc:docMk/>
            <pc:sldMk cId="1212396936" sldId="301"/>
            <ac:picMk id="4" creationId="{3D11431E-A10D-D61A-E31B-265817CEFF9A}"/>
          </ac:picMkLst>
        </pc:picChg>
        <pc:picChg chg="mod">
          <ac:chgData name="Tyson Stewart" userId="8e2b140b-85bc-4b41-b8fc-f7a99c36e0e2" providerId="ADAL" clId="{075AAA6C-F185-4AC3-8D32-0A82B8AC997B}" dt="2026-04-28T22:16:02.726" v="481" actId="14826"/>
          <ac:picMkLst>
            <pc:docMk/>
            <pc:sldMk cId="1212396936" sldId="301"/>
            <ac:picMk id="6" creationId="{FC4341C7-73E2-21BF-9430-F7A51A0FD14C}"/>
          </ac:picMkLst>
        </pc:picChg>
      </pc:sldChg>
      <pc:sldChg chg="addSp delSp modSp new mod">
        <pc:chgData name="Tyson Stewart" userId="8e2b140b-85bc-4b41-b8fc-f7a99c36e0e2" providerId="ADAL" clId="{075AAA6C-F185-4AC3-8D32-0A82B8AC997B}" dt="2026-04-29T04:54:13.585" v="735" actId="1076"/>
        <pc:sldMkLst>
          <pc:docMk/>
          <pc:sldMk cId="623662667" sldId="302"/>
        </pc:sldMkLst>
        <pc:spChg chg="del">
          <ac:chgData name="Tyson Stewart" userId="8e2b140b-85bc-4b41-b8fc-f7a99c36e0e2" providerId="ADAL" clId="{075AAA6C-F185-4AC3-8D32-0A82B8AC997B}" dt="2026-04-29T04:53:04.249" v="726" actId="478"/>
          <ac:spMkLst>
            <pc:docMk/>
            <pc:sldMk cId="623662667" sldId="302"/>
            <ac:spMk id="2" creationId="{F981F05A-1088-2B89-EC8E-8F341B256FB1}"/>
          </ac:spMkLst>
        </pc:spChg>
        <pc:spChg chg="del">
          <ac:chgData name="Tyson Stewart" userId="8e2b140b-85bc-4b41-b8fc-f7a99c36e0e2" providerId="ADAL" clId="{075AAA6C-F185-4AC3-8D32-0A82B8AC997B}" dt="2026-04-29T04:53:06.721" v="727" actId="478"/>
          <ac:spMkLst>
            <pc:docMk/>
            <pc:sldMk cId="623662667" sldId="302"/>
            <ac:spMk id="3" creationId="{B90B3698-2191-032B-9611-BFB5C60153E1}"/>
          </ac:spMkLst>
        </pc:spChg>
        <pc:picChg chg="add mod">
          <ac:chgData name="Tyson Stewart" userId="8e2b140b-85bc-4b41-b8fc-f7a99c36e0e2" providerId="ADAL" clId="{075AAA6C-F185-4AC3-8D32-0A82B8AC997B}" dt="2026-04-29T04:54:13.585" v="735" actId="1076"/>
          <ac:picMkLst>
            <pc:docMk/>
            <pc:sldMk cId="623662667" sldId="302"/>
            <ac:picMk id="4" creationId="{CEA92357-041F-9F5C-8D2F-7EDB2212AE01}"/>
          </ac:picMkLst>
        </pc:picChg>
      </pc:sldChg>
      <pc:sldChg chg="addSp delSp modSp new mod">
        <pc:chgData name="Tyson Stewart" userId="8e2b140b-85bc-4b41-b8fc-f7a99c36e0e2" providerId="ADAL" clId="{075AAA6C-F185-4AC3-8D32-0A82B8AC997B}" dt="2026-04-29T04:59:47.470" v="869" actId="1076"/>
        <pc:sldMkLst>
          <pc:docMk/>
          <pc:sldMk cId="2758566339" sldId="303"/>
        </pc:sldMkLst>
        <pc:spChg chg="del">
          <ac:chgData name="Tyson Stewart" userId="8e2b140b-85bc-4b41-b8fc-f7a99c36e0e2" providerId="ADAL" clId="{075AAA6C-F185-4AC3-8D32-0A82B8AC997B}" dt="2026-04-29T04:55:07.372" v="736" actId="478"/>
          <ac:spMkLst>
            <pc:docMk/>
            <pc:sldMk cId="2758566339" sldId="303"/>
            <ac:spMk id="2" creationId="{1C971BBC-854C-C7F1-214A-84CA846E47B5}"/>
          </ac:spMkLst>
        </pc:spChg>
        <pc:spChg chg="del">
          <ac:chgData name="Tyson Stewart" userId="8e2b140b-85bc-4b41-b8fc-f7a99c36e0e2" providerId="ADAL" clId="{075AAA6C-F185-4AC3-8D32-0A82B8AC997B}" dt="2026-04-29T04:55:10.544" v="737" actId="478"/>
          <ac:spMkLst>
            <pc:docMk/>
            <pc:sldMk cId="2758566339" sldId="303"/>
            <ac:spMk id="3" creationId="{7CE951F9-49D6-9A93-87C6-8C110CDA4031}"/>
          </ac:spMkLst>
        </pc:spChg>
        <pc:spChg chg="add mod">
          <ac:chgData name="Tyson Stewart" userId="8e2b140b-85bc-4b41-b8fc-f7a99c36e0e2" providerId="ADAL" clId="{075AAA6C-F185-4AC3-8D32-0A82B8AC997B}" dt="2026-04-29T04:59:47.470" v="869" actId="1076"/>
          <ac:spMkLst>
            <pc:docMk/>
            <pc:sldMk cId="2758566339" sldId="303"/>
            <ac:spMk id="6" creationId="{9B7686AC-E0BA-F865-8E2B-AA0124265001}"/>
          </ac:spMkLst>
        </pc:spChg>
        <pc:spChg chg="add mod">
          <ac:chgData name="Tyson Stewart" userId="8e2b140b-85bc-4b41-b8fc-f7a99c36e0e2" providerId="ADAL" clId="{075AAA6C-F185-4AC3-8D32-0A82B8AC997B}" dt="2026-04-29T04:59:44.916" v="868" actId="1076"/>
          <ac:spMkLst>
            <pc:docMk/>
            <pc:sldMk cId="2758566339" sldId="303"/>
            <ac:spMk id="7" creationId="{C68C8570-A2B0-7B34-0DFD-FC5873DBAF39}"/>
          </ac:spMkLst>
        </pc:spChg>
        <pc:picChg chg="add mod modCrop">
          <ac:chgData name="Tyson Stewart" userId="8e2b140b-85bc-4b41-b8fc-f7a99c36e0e2" providerId="ADAL" clId="{075AAA6C-F185-4AC3-8D32-0A82B8AC997B}" dt="2026-04-29T04:59:30.922" v="844" actId="1035"/>
          <ac:picMkLst>
            <pc:docMk/>
            <pc:sldMk cId="2758566339" sldId="303"/>
            <ac:picMk id="4" creationId="{140A39F5-7113-AC07-3A71-4EFCDB3B7302}"/>
          </ac:picMkLst>
        </pc:picChg>
        <pc:picChg chg="add mod">
          <ac:chgData name="Tyson Stewart" userId="8e2b140b-85bc-4b41-b8fc-f7a99c36e0e2" providerId="ADAL" clId="{075AAA6C-F185-4AC3-8D32-0A82B8AC997B}" dt="2026-04-29T04:59:37.694" v="867" actId="1076"/>
          <ac:picMkLst>
            <pc:docMk/>
            <pc:sldMk cId="2758566339" sldId="303"/>
            <ac:picMk id="5" creationId="{CFF83A8D-48D7-C3BA-D576-2BDFE29D287F}"/>
          </ac:picMkLst>
        </pc:picChg>
      </pc:sldChg>
    </pc:docChg>
  </pc:docChgLst>
  <pc:docChgLst>
    <pc:chgData name="Tyson Stewart" userId="S::z2039957@students.niu.edu::8e2b140b-85bc-4b41-b8fc-f7a99c36e0e2" providerId="AD" clId="Web-{2663C666-C70D-0940-2300-F1353F414034}"/>
    <pc:docChg chg="modSld">
      <pc:chgData name="Tyson Stewart" userId="S::z2039957@students.niu.edu::8e2b140b-85bc-4b41-b8fc-f7a99c36e0e2" providerId="AD" clId="Web-{2663C666-C70D-0940-2300-F1353F414034}" dt="2026-04-29T14:18:53.820" v="2" actId="20577"/>
      <pc:docMkLst>
        <pc:docMk/>
      </pc:docMkLst>
      <pc:sldChg chg="modSp">
        <pc:chgData name="Tyson Stewart" userId="S::z2039957@students.niu.edu::8e2b140b-85bc-4b41-b8fc-f7a99c36e0e2" providerId="AD" clId="Web-{2663C666-C70D-0940-2300-F1353F414034}" dt="2026-04-29T14:18:53.820" v="2" actId="20577"/>
        <pc:sldMkLst>
          <pc:docMk/>
          <pc:sldMk cId="109857222" sldId="256"/>
        </pc:sldMkLst>
        <pc:spChg chg="mod">
          <ac:chgData name="Tyson Stewart" userId="S::z2039957@students.niu.edu::8e2b140b-85bc-4b41-b8fc-f7a99c36e0e2" providerId="AD" clId="Web-{2663C666-C70D-0940-2300-F1353F414034}" dt="2026-04-29T14:18:53.820" v="2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4EB80-A63B-4081-9D93-E4649B5B956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F72E1-8D98-400F-9F3D-FD5373C1D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8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F72E1-8D98-400F-9F3D-FD5373C1D4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7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95000"/>
              </a:schemeClr>
            </a:gs>
            <a:gs pos="0">
              <a:srgbClr val="0076A9">
                <a:lumMod val="95000"/>
                <a:lumOff val="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p.no/documents/doc/arctic-climate-issues-2011-changes-in-arctic-snow-water-ice-and-permafrost/12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07/1911963" TargetMode="External"/><Relationship Id="rId7" Type="http://schemas.openxmlformats.org/officeDocument/2006/relationships/hyperlink" Target="https://doi.org/10.1016/j.jhydrol.2022.128211" TargetMode="External"/><Relationship Id="rId2" Type="http://schemas.openxmlformats.org/officeDocument/2006/relationships/hyperlink" Target="https://rstudio-pubs-static.s3.amazonaws.com/1248584_e57ba116e2fb4f97995987db27b7cc67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978-3-031-15670-0_12" TargetMode="External"/><Relationship Id="rId5" Type="http://schemas.openxmlformats.org/officeDocument/2006/relationships/hyperlink" Target="https://www.epa.gov/streamflow-duration-assessment/random-forest-modeling" TargetMode="External"/><Relationship Id="rId4" Type="http://schemas.openxmlformats.org/officeDocument/2006/relationships/hyperlink" Target="https://www.everstream.ai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135/9781526472601" TargetMode="External"/><Relationship Id="rId2" Type="http://schemas.openxmlformats.org/officeDocument/2006/relationships/hyperlink" Target="https://www.statsmodels.org/stable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2747/0272-3646.32.4.295" TargetMode="External"/><Relationship Id="rId4" Type="http://schemas.openxmlformats.org/officeDocument/2006/relationships/hyperlink" Target="https://doi.org/10.1016/j.scitotenv.2021.148025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qj.3803" TargetMode="External"/><Relationship Id="rId2" Type="http://schemas.openxmlformats.org/officeDocument/2006/relationships/hyperlink" Target="https://doi.org/10.1007/s12665-023-11191-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bm.com/think/topics/overfitting-vs-underfitting" TargetMode="External"/><Relationship Id="rId5" Type="http://schemas.openxmlformats.org/officeDocument/2006/relationships/hyperlink" Target="https://open.library.okstate.edu/culturalgeography/chapter/5-3-2/" TargetMode="External"/><Relationship Id="rId4" Type="http://schemas.openxmlformats.org/officeDocument/2006/relationships/hyperlink" Target="https://doi.org/10.1175/mwr-d-19-0344.1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7/metz/2015/0642" TargetMode="External"/><Relationship Id="rId2" Type="http://schemas.openxmlformats.org/officeDocument/2006/relationships/hyperlink" Target="https://www.climate.gov/ens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scitotenv.2021.148025" TargetMode="External"/><Relationship Id="rId4" Type="http://schemas.openxmlformats.org/officeDocument/2006/relationships/hyperlink" Target="https://doi.org/10.1073/pnas.07010201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514" y="1167060"/>
            <a:ext cx="10638971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Predictive Global Climate Modeling</a:t>
            </a:r>
            <a:b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Using Teleconnection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4321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By Tyson Stewart, Landon Moeller, Owen </a:t>
            </a:r>
            <a:r>
              <a:rPr lang="en-US" sz="200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Cutinello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and Matthew Woods</a:t>
            </a:r>
          </a:p>
          <a:p>
            <a:r>
              <a:rPr lang="en-US" sz="200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Everstream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Liaison: Dr. Logan Bundy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5242C2-2FD5-49FE-D18C-B567A4DFC5D3}"/>
              </a:ext>
            </a:extLst>
          </p:cNvPr>
          <p:cNvCxnSpPr/>
          <p:nvPr/>
        </p:nvCxnSpPr>
        <p:spPr>
          <a:xfrm>
            <a:off x="681135" y="3713584"/>
            <a:ext cx="10954138" cy="0"/>
          </a:xfrm>
          <a:prstGeom prst="line">
            <a:avLst/>
          </a:prstGeom>
          <a:ln>
            <a:solidFill>
              <a:srgbClr val="EA931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Everstream Analytics Company Profile - - Supply Chain 24/7">
            <a:extLst>
              <a:ext uri="{FF2B5EF4-FFF2-40B4-BE49-F238E27FC236}">
                <a16:creationId xmlns:a16="http://schemas.microsoft.com/office/drawing/2014/main" id="{C8A8E24C-16EB-F0C1-EAE6-9C41E210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0" y="6098951"/>
            <a:ext cx="2341646" cy="54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7028651-CFA1-5341-9BE9-FFD6652DA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30" y="4991134"/>
            <a:ext cx="2638137" cy="95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AF02-FA1D-C16D-974F-B8EF346CADF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schemeClr val="tx1">
                      <a:alpha val="35000"/>
                    </a:schemeClr>
                  </a:outerShdw>
                </a:effectLst>
                <a:latin typeface="Aptos Display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CD16-DF9A-876F-0861-2CCB55360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Supply chain operations are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increasingly interconnected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One event can quickly cascade into side effects seen months after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Decisions often need to be made well in advance of potential hazards</a:t>
            </a:r>
          </a:p>
          <a:p>
            <a:r>
              <a:rPr lang="en-US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A vital need exists for </a:t>
            </a:r>
            <a:r>
              <a:rPr lang="en-US" sz="2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reliable, long-term forecasting</a:t>
            </a:r>
            <a:r>
              <a:rPr lang="en-US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 to aid supply chain risk assessment and decision-making</a:t>
            </a:r>
          </a:p>
          <a:p>
            <a:pPr lvl="1"/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35000"/>
                    </a:prstClr>
                  </a:outerShdw>
                </a:effectLst>
              </a:rPr>
              <a:t>Such long-term forecasts present several challenges however</a:t>
            </a:r>
          </a:p>
        </p:txBody>
      </p:sp>
      <p:pic>
        <p:nvPicPr>
          <p:cNvPr id="5" name="Content Placeholder 4" descr="Image display">
            <a:extLst>
              <a:ext uri="{FF2B5EF4-FFF2-40B4-BE49-F238E27FC236}">
                <a16:creationId xmlns:a16="http://schemas.microsoft.com/office/drawing/2014/main" id="{47969F94-E3A7-0596-26C0-CC40E29FDE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56693" y="-3175"/>
            <a:ext cx="4736689" cy="6865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BEC7AC-2FFD-2B44-42D4-B6639ADB2A49}"/>
              </a:ext>
            </a:extLst>
          </p:cNvPr>
          <p:cNvSpPr txBox="1"/>
          <p:nvPr/>
        </p:nvSpPr>
        <p:spPr>
          <a:xfrm>
            <a:off x="7455311" y="6123543"/>
            <a:ext cx="4736689" cy="738664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Photo from the ISS of the container ship </a:t>
            </a:r>
            <a:r>
              <a:rPr lang="en-US" sz="1400" i="1"/>
              <a:t>Ever Given</a:t>
            </a:r>
            <a:r>
              <a:rPr lang="en-US" sz="1400"/>
              <a:t> stuck in the Suez Canal. (</a:t>
            </a:r>
            <a:r>
              <a:rPr lang="en-US" sz="1400">
                <a:solidFill>
                  <a:srgbClr val="000000"/>
                </a:solidFill>
                <a:latin typeface="Aptos"/>
                <a:cs typeface="Times New Roman"/>
              </a:rPr>
              <a:t>Photo courtesy of NASA Johnson Space Center; ISS064-E-48480)</a:t>
            </a:r>
            <a:endParaRPr lang="en-US" sz="140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2880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BB92-E823-2327-D8A9-83A7836C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98A8-AD3C-B9EB-B591-8E860EF3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Long-Term Forecasting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802E-3646-3BCF-8F8A-5B4AF8A0A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Limitations of Numerical Weather Models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Most common weather models work in the 1-10 day range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Longer time scale models exist but come with their own caveats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Longer forecast period = Less accuracy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Different regions present drastically different seasonal conditions due to geography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Winter in Michigan is different from winter in Australia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Climate Change adds another element of variability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Potential changes to climate systems like monsoons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Further complicates risk assessment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0B0-FEB5-9F38-125D-16C835E3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35AD-BE44-3713-7620-761E7143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7532A-D3FC-00F9-1794-5288C2F4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5973"/>
            <a:ext cx="12192000" cy="5002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C324D-5947-41ED-D6C2-A6C17E2C00D5}"/>
              </a:ext>
            </a:extLst>
          </p:cNvPr>
          <p:cNvSpPr txBox="1"/>
          <p:nvPr/>
        </p:nvSpPr>
        <p:spPr>
          <a:xfrm>
            <a:off x="5496232" y="1208361"/>
            <a:ext cx="66957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>
                <a:solidFill>
                  <a:srgbClr val="EA931A"/>
                </a:solidFill>
              </a:rPr>
            </a:br>
            <a:r>
              <a:rPr lang="en-US" sz="1200">
                <a:solidFill>
                  <a:srgbClr val="EA931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AMAP, 2012. Arctic Climate Issues 2011: Changes in Arctic Snow, Water, Ice and Permafrost. SWIPA 2011 Overview Report. Arctic Monitoring and Assessment Programme (AMAP), Oslo. xi + 97pp</a:t>
            </a:r>
            <a:endParaRPr lang="en-US" sz="1400">
              <a:solidFill>
                <a:srgbClr val="EA93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03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A127-B3C3-846B-31CF-8EA850D9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7200-3333-FF3F-3BEA-803F6346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1B74-B908-F846-1AD0-4E5A969131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Teleconnections can be very useful for 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regional long-term/climate forecasting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Phases corresponding to different predominant atmospheric patterns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However, teleconnection indices only measure one particular pattern/oscillation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Additionally, teleconnection pattern effects are regionalized</a:t>
            </a:r>
          </a:p>
          <a:p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 certain instances, teleconnection indices can conflict with one another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Raises questions of how to “break the tie” to make a decision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38A0D-1331-F051-230B-3F443B4C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396" y="755315"/>
            <a:ext cx="4207559" cy="1864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B540B-0C11-CFA8-77B1-A11B222F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383" y="2756714"/>
            <a:ext cx="4197502" cy="1864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33A1E-7851-2AF2-E7E5-60550F0A8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749" y="4757983"/>
            <a:ext cx="5183657" cy="116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7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06908-0A32-58A5-B7CC-6D923858F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0A2A-44D4-B2DC-B4B6-943CAAA2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F1770C-CAA9-7E59-D8DC-006B8FA2A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5591" y="443797"/>
            <a:ext cx="12000817" cy="59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8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F881-0BEB-17F2-3EAE-3D1CB4BD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D030-DB5E-0EA3-EA70-49F3712B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B95E-6C12-2A89-0987-375CD5BC3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Teleconnection Data (1950-2024)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Monthly Index Value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NOAA, Climate Prediction Center</a:t>
            </a:r>
          </a:p>
          <a:p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Climate Anomaly Data (1950-2024)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Monthly Temp and </a:t>
            </a:r>
            <a:r>
              <a:rPr lang="en-US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Precip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Anomalies</a:t>
            </a:r>
            <a:r>
              <a:rPr lang="en-US" b="1">
                <a:solidFill>
                  <a:srgbClr val="FF0000"/>
                </a:solidFill>
              </a:rPr>
              <a:t>*</a:t>
            </a:r>
            <a:endParaRPr lang="en-US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ECMWF Reanalysis v5 (ERA5)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Baseline period (1980-2010)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D3A18-59B1-6C56-FEAA-23041EF9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365" y="4996989"/>
            <a:ext cx="2573594" cy="1715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4ABCE-A931-68F1-2EF6-EA203252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868" y="5478569"/>
            <a:ext cx="2353852" cy="1234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89A0B-E681-9C44-E017-E12AC9A30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3359" y="211066"/>
            <a:ext cx="5061723" cy="6435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9AC94B-E1EC-0BE4-A560-37BB64A1541E}"/>
              </a:ext>
            </a:extLst>
          </p:cNvPr>
          <p:cNvSpPr txBox="1"/>
          <p:nvPr/>
        </p:nvSpPr>
        <p:spPr>
          <a:xfrm rot="20862564">
            <a:off x="4438297" y="4742758"/>
            <a:ext cx="2844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*now detrended!!</a:t>
            </a:r>
          </a:p>
        </p:txBody>
      </p:sp>
    </p:spTree>
    <p:extLst>
      <p:ext uri="{BB962C8B-B14F-4D97-AF65-F5344CB8AC3E}">
        <p14:creationId xmlns:p14="http://schemas.microsoft.com/office/powerpoint/2010/main" val="244122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5FBC-A9EE-E695-5A93-2ECA2F70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6B5D-30D6-05B2-7C30-B415908E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7704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E13AC-E616-A576-DA3E-E2D4CAC73950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7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293A-CF79-BC66-7F9B-E92480236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B49C-4181-8C2B-BBBF-11F4ADCF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5B158-DCE3-FD01-005F-3ED1BA27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1594" cy="4351338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Calculated Pearson correlation </a:t>
            </a:r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strength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and </a:t>
            </a:r>
            <a:r>
              <a:rPr lang="en-US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sign</a:t>
            </a:r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(r)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Determined </a:t>
            </a:r>
            <a:r>
              <a:rPr lang="en-US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statistical significance</a:t>
            </a:r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(p-value &lt; 0.05)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Ran this for all 13 regions, both variables, all months, and individual months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Used correlations strength to identify preferred model input (top 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DFF7-2531-F56C-EA2E-F5C17BFB4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8486" y="193515"/>
            <a:ext cx="5214090" cy="2726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D5E62-313A-C3C8-32FF-9CE5ECAC3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" r="547"/>
          <a:stretch>
            <a:fillRect/>
          </a:stretch>
        </p:blipFill>
        <p:spPr>
          <a:xfrm>
            <a:off x="6778487" y="3067976"/>
            <a:ext cx="5214090" cy="359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E3BF-54F0-3CB4-6EE3-D05AF713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222B-E17A-5E51-E1D2-447B3F55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57FEB9-F606-279E-A774-7DBEA1607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Statistical (Multi-Linear Regression) Based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3592-84DD-C297-978C-0F7CAD7B5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658200"/>
            <a:ext cx="5157787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Inform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 statistical model with Pearson correlation analysis</a:t>
            </a:r>
          </a:p>
          <a:p>
            <a:r>
              <a:rPr lang="en-US" sz="2000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Build</a:t>
            </a:r>
            <a:r>
              <a:rPr lang="en-US" sz="20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 statistical model using statsmodels in Python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WLS vs. OLS (Breusch-Pagan test)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Create 312 different versions (by region, month and variable)</a:t>
            </a:r>
          </a:p>
          <a:p>
            <a:r>
              <a:rPr lang="en-US" sz="2000" b="1" u="sng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Apply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 statistical model with input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Manually input teleconnection values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Predict for the next month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F3494E-51EB-DCE3-FF07-9AA901587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(Random Forest) Based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F68835-6029-851B-F782-8DF97B7DE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7786"/>
            <a:ext cx="5183188" cy="3684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</a:t>
            </a:r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statistical model with Pearson correlation analysis</a:t>
            </a:r>
          </a:p>
          <a:p>
            <a:r>
              <a:rPr lang="en-US" sz="20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</a:t>
            </a:r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machine learning model using YDF in Python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Forest model using teleconnection and month values as inputs</a:t>
            </a:r>
          </a:p>
          <a:p>
            <a:pPr lvl="1"/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Split by region/variable pairs</a:t>
            </a:r>
          </a:p>
          <a:p>
            <a:r>
              <a:rPr lang="en-US" sz="20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 </a:t>
            </a:r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machine learning model with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151F5-1BBF-6B59-4868-699EE9BB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9" y="6234444"/>
            <a:ext cx="2346818" cy="5566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E10D5E-CE43-E1EA-B2E9-988D3D547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576" y="5938469"/>
            <a:ext cx="1726371" cy="8078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A5238-9B30-DD97-55E5-1D31436E0F04}"/>
              </a:ext>
            </a:extLst>
          </p:cNvPr>
          <p:cNvCxnSpPr/>
          <p:nvPr/>
        </p:nvCxnSpPr>
        <p:spPr>
          <a:xfrm>
            <a:off x="836612" y="2505075"/>
            <a:ext cx="42788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C49B66-1D7B-497F-257B-B0E789D1BA15}"/>
              </a:ext>
            </a:extLst>
          </p:cNvPr>
          <p:cNvCxnSpPr/>
          <p:nvPr/>
        </p:nvCxnSpPr>
        <p:spPr>
          <a:xfrm>
            <a:off x="6256751" y="2505075"/>
            <a:ext cx="42788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19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E26A-CCFA-29B7-E2B6-F11A78C9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D2B361-AE0A-6230-E9DB-7886E2809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1694"/>
            <a:ext cx="12192000" cy="493630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E707F2C-7336-202F-91E6-7D380280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Statistical Model Workflow</a:t>
            </a:r>
          </a:p>
        </p:txBody>
      </p:sp>
    </p:spTree>
    <p:extLst>
      <p:ext uri="{BB962C8B-B14F-4D97-AF65-F5344CB8AC3E}">
        <p14:creationId xmlns:p14="http://schemas.microsoft.com/office/powerpoint/2010/main" val="2122581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CAE9-BF17-79E1-6301-52DF9F53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186DF0-7813-FE03-67F4-9B4DD7B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ML Model Workflow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0E4574-054A-DE2D-BEA1-9B7A199DBE4A}"/>
              </a:ext>
            </a:extLst>
          </p:cNvPr>
          <p:cNvSpPr/>
          <p:nvPr/>
        </p:nvSpPr>
        <p:spPr>
          <a:xfrm>
            <a:off x="300037" y="1576386"/>
            <a:ext cx="2181225" cy="1419225"/>
          </a:xfrm>
          <a:prstGeom prst="ellipse">
            <a:avLst/>
          </a:prstGeom>
          <a:solidFill>
            <a:srgbClr val="EA931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Load Teleconnection and Climate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65D20-5819-CCF7-23EB-A91C0130ED36}"/>
              </a:ext>
            </a:extLst>
          </p:cNvPr>
          <p:cNvSpPr/>
          <p:nvPr/>
        </p:nvSpPr>
        <p:spPr>
          <a:xfrm>
            <a:off x="2943225" y="1938337"/>
            <a:ext cx="1085850" cy="70485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Merge 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A9F4-3DF9-C9C6-8202-8E5D9D51A262}"/>
              </a:ext>
            </a:extLst>
          </p:cNvPr>
          <p:cNvSpPr/>
          <p:nvPr/>
        </p:nvSpPr>
        <p:spPr>
          <a:xfrm>
            <a:off x="4410074" y="1938337"/>
            <a:ext cx="1209675" cy="70485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Filter Null Values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5ADCF-DFF5-09CB-3076-9E52E08446C8}"/>
              </a:ext>
            </a:extLst>
          </p:cNvPr>
          <p:cNvSpPr/>
          <p:nvPr/>
        </p:nvSpPr>
        <p:spPr>
          <a:xfrm>
            <a:off x="6000748" y="1938337"/>
            <a:ext cx="2457452" cy="70485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Create Teleconnection Index Lists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2B53B-6910-C938-04B9-74919F143EB7}"/>
              </a:ext>
            </a:extLst>
          </p:cNvPr>
          <p:cNvSpPr/>
          <p:nvPr/>
        </p:nvSpPr>
        <p:spPr>
          <a:xfrm>
            <a:off x="8839199" y="1938337"/>
            <a:ext cx="2457452" cy="70485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Build Unique Models by Region and 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604218-3958-65F9-56D6-0D98F6CDBCC2}"/>
              </a:ext>
            </a:extLst>
          </p:cNvPr>
          <p:cNvSpPr/>
          <p:nvPr/>
        </p:nvSpPr>
        <p:spPr>
          <a:xfrm>
            <a:off x="8839199" y="2890836"/>
            <a:ext cx="2457452" cy="90011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Train Model on Training Data (70% of total data)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F881C-1E46-B332-1DF5-634442BD8670}"/>
              </a:ext>
            </a:extLst>
          </p:cNvPr>
          <p:cNvSpPr/>
          <p:nvPr/>
        </p:nvSpPr>
        <p:spPr>
          <a:xfrm>
            <a:off x="8839199" y="4038599"/>
            <a:ext cx="2457452" cy="90011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Parameter Tune Based on Accuracy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7063-CEDE-9471-3A8B-5A90FCA8B85E}"/>
              </a:ext>
            </a:extLst>
          </p:cNvPr>
          <p:cNvSpPr/>
          <p:nvPr/>
        </p:nvSpPr>
        <p:spPr>
          <a:xfrm>
            <a:off x="6000748" y="4038599"/>
            <a:ext cx="2457452" cy="90011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Test Model with Testing Data (30% of total data) </a:t>
            </a:r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2D5F3FDC-F0FA-997B-338A-672C66993EAA}"/>
              </a:ext>
            </a:extLst>
          </p:cNvPr>
          <p:cNvSpPr/>
          <p:nvPr/>
        </p:nvSpPr>
        <p:spPr>
          <a:xfrm>
            <a:off x="3124200" y="4038599"/>
            <a:ext cx="2162175" cy="900114"/>
          </a:xfrm>
          <a:prstGeom prst="snip2Diag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Final Prediction Metrics (RMSE)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53EB49-4D36-2ACF-34A1-29BB1527569A}"/>
              </a:ext>
            </a:extLst>
          </p:cNvPr>
          <p:cNvCxnSpPr>
            <a:cxnSpLocks/>
            <a:stCxn id="2" idx="6"/>
            <a:endCxn id="3" idx="1"/>
          </p:cNvCxnSpPr>
          <p:nvPr/>
        </p:nvCxnSpPr>
        <p:spPr>
          <a:xfrm>
            <a:off x="2481262" y="2285999"/>
            <a:ext cx="461963" cy="4763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990271-3C75-8AF1-936A-17B1575A8804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029075" y="2290762"/>
            <a:ext cx="380999" cy="0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AA1D5D-496D-DA02-2C63-EA21765247F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619749" y="2290762"/>
            <a:ext cx="380999" cy="0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53B2A6-4408-D5E8-F081-52D1A78F7CA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458200" y="2285999"/>
            <a:ext cx="380999" cy="4763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285C05-95C3-533D-1C57-C70C8548851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067925" y="2643187"/>
            <a:ext cx="0" cy="247649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058842-C6C4-4B79-BFE4-52E79FD5652B}"/>
              </a:ext>
            </a:extLst>
          </p:cNvPr>
          <p:cNvCxnSpPr>
            <a:cxnSpLocks/>
          </p:cNvCxnSpPr>
          <p:nvPr/>
        </p:nvCxnSpPr>
        <p:spPr>
          <a:xfrm>
            <a:off x="10067925" y="3790950"/>
            <a:ext cx="0" cy="247649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E6F3F1-3DAE-28E2-18BA-6529C609B40B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8458200" y="4488656"/>
            <a:ext cx="380999" cy="0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A9BFC0-BC37-35FC-020F-7492C6FC2D5A}"/>
              </a:ext>
            </a:extLst>
          </p:cNvPr>
          <p:cNvCxnSpPr>
            <a:cxnSpLocks/>
            <a:stCxn id="10" idx="1"/>
            <a:endCxn id="13" idx="0"/>
          </p:cNvCxnSpPr>
          <p:nvPr/>
        </p:nvCxnSpPr>
        <p:spPr>
          <a:xfrm flipH="1">
            <a:off x="5286375" y="4488656"/>
            <a:ext cx="714373" cy="0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Diagonal Corners Snipped 36">
            <a:extLst>
              <a:ext uri="{FF2B5EF4-FFF2-40B4-BE49-F238E27FC236}">
                <a16:creationId xmlns:a16="http://schemas.microsoft.com/office/drawing/2014/main" id="{D78FB6D9-F0A8-F4A5-F209-B52E28567EAC}"/>
              </a:ext>
            </a:extLst>
          </p:cNvPr>
          <p:cNvSpPr/>
          <p:nvPr/>
        </p:nvSpPr>
        <p:spPr>
          <a:xfrm>
            <a:off x="300037" y="4038599"/>
            <a:ext cx="2109790" cy="900114"/>
          </a:xfrm>
          <a:prstGeom prst="snip2Diag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Compare to MLR Model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C48DD2-9754-72D4-5FA5-D975B47581AF}"/>
              </a:ext>
            </a:extLst>
          </p:cNvPr>
          <p:cNvCxnSpPr>
            <a:cxnSpLocks/>
            <a:stCxn id="13" idx="2"/>
            <a:endCxn id="37" idx="0"/>
          </p:cNvCxnSpPr>
          <p:nvPr/>
        </p:nvCxnSpPr>
        <p:spPr>
          <a:xfrm flipH="1">
            <a:off x="2409827" y="4488656"/>
            <a:ext cx="714373" cy="0"/>
          </a:xfrm>
          <a:prstGeom prst="straightConnector1">
            <a:avLst/>
          </a:prstGeom>
          <a:ln w="5715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738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A772-F156-906A-8646-1D7A4385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27FA-0881-56CE-2AF0-87D2E88F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7704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55C4D-54D6-4CC8-9C4E-1B1D73BC2FDC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0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1A952-C3C1-A284-3F8F-4C2B9074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AE8D-1B88-2C98-510E-96EC2B17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Results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B7A6DA-7983-DF60-8178-46163352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0949" y="0"/>
            <a:ext cx="1373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B25C54D-B0F7-8E2A-F2D9-52129C4C7A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0471097"/>
              </p:ext>
            </p:extLst>
          </p:nvPr>
        </p:nvGraphicFramePr>
        <p:xfrm>
          <a:off x="6297561" y="1986959"/>
          <a:ext cx="5695333" cy="46931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9451">
                  <a:extLst>
                    <a:ext uri="{9D8B030D-6E8A-4147-A177-3AD203B41FA5}">
                      <a16:colId xmlns:a16="http://schemas.microsoft.com/office/drawing/2014/main" val="823060940"/>
                    </a:ext>
                  </a:extLst>
                </a:gridCol>
                <a:gridCol w="2237587">
                  <a:extLst>
                    <a:ext uri="{9D8B030D-6E8A-4147-A177-3AD203B41FA5}">
                      <a16:colId xmlns:a16="http://schemas.microsoft.com/office/drawing/2014/main" val="570748325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511090884"/>
                    </a:ext>
                  </a:extLst>
                </a:gridCol>
              </a:tblGrid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Region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Relevant Hemisphere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Global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985081469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AU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0.4518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-0.2791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877732835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EU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-0.3663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0.0481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00692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AU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0.3292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-0.2201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894062795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EU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-0.2906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0.1267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00487743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Black Sea Region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EAWR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0.2634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0.1938</a:t>
                      </a: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49706214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Brazil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SPOD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0.2098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0.2444</a:t>
                      </a: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379590161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 Asia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AMO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-0.1756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0.1560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936199636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Argentina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SOI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-0.1603</a:t>
                      </a: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0.2438</a:t>
                      </a: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182604044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Midwest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PNA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-0.1951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0.0888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534447932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Plains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0.1819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0.1871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438517969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India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-0.1311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-0.1286</a:t>
                      </a: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2612032131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Northeast US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NAO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0.0776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0.0248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1189127018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Northern Brazil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0.0524</a:t>
                      </a: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AAM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0.1288</a:t>
                      </a:r>
                      <a:endParaRPr lang="en-US" sz="2400"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4451785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EDE343-5761-93E2-0A02-5B6C41AF9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71318"/>
              </p:ext>
            </p:extLst>
          </p:nvPr>
        </p:nvGraphicFramePr>
        <p:xfrm>
          <a:off x="199106" y="1986963"/>
          <a:ext cx="5695332" cy="46931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9451">
                  <a:extLst>
                    <a:ext uri="{9D8B030D-6E8A-4147-A177-3AD203B41FA5}">
                      <a16:colId xmlns:a16="http://schemas.microsoft.com/office/drawing/2014/main" val="4044263030"/>
                    </a:ext>
                  </a:extLst>
                </a:gridCol>
                <a:gridCol w="2237587">
                  <a:extLst>
                    <a:ext uri="{9D8B030D-6E8A-4147-A177-3AD203B41FA5}">
                      <a16:colId xmlns:a16="http://schemas.microsoft.com/office/drawing/2014/main" val="3215506624"/>
                    </a:ext>
                  </a:extLst>
                </a:gridCol>
                <a:gridCol w="1598294">
                  <a:extLst>
                    <a:ext uri="{9D8B030D-6E8A-4147-A177-3AD203B41FA5}">
                      <a16:colId xmlns:a16="http://schemas.microsoft.com/office/drawing/2014/main" val="996185807"/>
                    </a:ext>
                  </a:extLst>
                </a:gridCol>
              </a:tblGrid>
              <a:tr h="29755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Region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Relevant Hemisphere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Global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7990" marR="67990" marT="45326" marB="45326"/>
                </a:tc>
                <a:extLst>
                  <a:ext uri="{0D108BD9-81ED-4DB2-BD59-A6C34878D82A}">
                    <a16:rowId xmlns:a16="http://schemas.microsoft.com/office/drawing/2014/main" val="3535748991"/>
                  </a:ext>
                </a:extLst>
              </a:tr>
              <a:tr h="19719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EU</a:t>
                      </a:r>
                      <a:endParaRPr lang="en-US" sz="16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0.4082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AAM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-0.0928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51235143"/>
                  </a:ext>
                </a:extLst>
              </a:tr>
              <a:tr h="18834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EU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0.3659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IOD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0.0619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585774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Black Sea Region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EAWR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-0.4686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AAM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-0.1076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09818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Midwest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-0.4467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-0.0974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832829636"/>
                  </a:ext>
                </a:extLst>
              </a:tr>
              <a:tr h="1323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Northeast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-0.3636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EMI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-0.1240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2663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 Asia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0.2363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-0.1033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42370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Brazil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EA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0.1344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0.1925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62607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Southern Plains US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EPNP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-0.2783 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-0.2130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67962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Northern Brazil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AMO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0.4268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0.2743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2036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Western AU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-0.2145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0.2163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18470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India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PDO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0.2116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IPO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0.2028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82300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Eastern AU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AAO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-0.2085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ENSO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0.1829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51643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Argentina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TPI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0.1403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MEI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: -0.0498</a:t>
                      </a:r>
                      <a:endParaRPr lang="en-US" sz="24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0557437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1915019-5A27-3959-58E5-FF941280A706}"/>
              </a:ext>
            </a:extLst>
          </p:cNvPr>
          <p:cNvSpPr txBox="1"/>
          <p:nvPr/>
        </p:nvSpPr>
        <p:spPr>
          <a:xfrm>
            <a:off x="624043" y="1352134"/>
            <a:ext cx="48454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Temperature </a:t>
            </a:r>
          </a:p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1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Strongest Correlation for All Months</a:t>
            </a:r>
            <a:endParaRPr lang="en-US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EBD3E-2018-B587-071D-2A59865A0865}"/>
              </a:ext>
            </a:extLst>
          </p:cNvPr>
          <p:cNvSpPr txBox="1"/>
          <p:nvPr/>
        </p:nvSpPr>
        <p:spPr>
          <a:xfrm>
            <a:off x="6722502" y="1352134"/>
            <a:ext cx="48454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Precipitation </a:t>
            </a:r>
          </a:p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1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Strongest Correlation for All Months</a:t>
            </a:r>
            <a:endParaRPr lang="en-US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870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D69F9-4BF6-06E4-EAF9-E870B551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FF2B3-C7C9-D135-1FAC-F43EB42A9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322690"/>
            <a:ext cx="6095998" cy="4582467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DD0DBCA-35FD-1064-A8E7-9184649BE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22689"/>
            <a:ext cx="6096000" cy="45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59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54AD-5114-00FF-E904-3E194B74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FB9AFA-DB0E-54A8-784D-E1F7368F9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7425" y="0"/>
            <a:ext cx="7077150" cy="3428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078A83-BFA1-DD93-C20E-6788DE5EA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7424" y="3429001"/>
            <a:ext cx="707715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5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DB85-CF1B-69E3-1420-71B9AB68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11431E-A10D-D61A-E31B-265817CEF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4590" y="0"/>
            <a:ext cx="7062819" cy="3428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4341C7-73E2-21BF-9430-F7A51A0FD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4590" y="3429001"/>
            <a:ext cx="706281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5D95-8F8C-D7F5-2906-7D06F299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93BF69-93D0-1179-8A80-0D70EFA13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625" y="78292"/>
            <a:ext cx="11244749" cy="67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04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5A39-188E-D4E6-8268-DB233325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A6BC0-0001-55B3-9492-3A36FA62E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671" y="-6579"/>
            <a:ext cx="6943258" cy="3444815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4B2D0448-0356-55DA-9297-8059B4A7D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671" y="3413185"/>
            <a:ext cx="6943258" cy="34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10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2CA66-AB58-BA84-FC61-C41E5E32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7F3F-3356-8E91-A102-EDD2BE1F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7704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>
                <a:solidFill>
                  <a:srgbClr val="D5902B"/>
                </a:solidFill>
                <a:effectLst>
                  <a:outerShdw blurRad="50800" dist="38100" dir="2700000" algn="ctr" rotWithShape="0">
                    <a:srgbClr val="000000">
                      <a:alpha val="40000"/>
                    </a:srgbClr>
                  </a:outerShdw>
                </a:effectLst>
              </a:rPr>
              <a:t>Model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07E9E-536E-93BA-0B43-74624486246F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88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69806-E7ED-F24B-2989-88E278A0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B2E1AF-474F-08F4-A6D0-06A639818C7E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16BFC-D64F-B8AD-7120-F32D23E86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131" y="0"/>
            <a:ext cx="682773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34F723-A6B6-7752-000A-109D65ADEA51}"/>
              </a:ext>
            </a:extLst>
          </p:cNvPr>
          <p:cNvSpPr txBox="1"/>
          <p:nvPr/>
        </p:nvSpPr>
        <p:spPr>
          <a:xfrm>
            <a:off x="8607287" y="2875002"/>
            <a:ext cx="33892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A931A"/>
                </a:solidFill>
              </a:rPr>
              <a:t>Performance (R</a:t>
            </a:r>
            <a:r>
              <a:rPr lang="en-US" baseline="30000">
                <a:solidFill>
                  <a:srgbClr val="EA931A"/>
                </a:solidFill>
              </a:rPr>
              <a:t>2</a:t>
            </a:r>
            <a:r>
              <a:rPr lang="en-US">
                <a:solidFill>
                  <a:srgbClr val="EA931A"/>
                </a:solidFill>
              </a:rPr>
              <a:t>) of the multi-linear regression model for (a) T2M_Std in each region, (b) TP_Std in each region, and (c) for all variables and regions in each month.</a:t>
            </a:r>
          </a:p>
        </p:txBody>
      </p:sp>
    </p:spTree>
    <p:extLst>
      <p:ext uri="{BB962C8B-B14F-4D97-AF65-F5344CB8AC3E}">
        <p14:creationId xmlns:p14="http://schemas.microsoft.com/office/powerpoint/2010/main" val="267438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6C11-B262-0074-57CA-4C72DC0F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04C0EF-A79E-29EE-A111-58CB8B642248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11A6D56-3A71-6D05-3613-0B0D4F2C7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4827024"/>
                  </p:ext>
                </p:extLst>
              </p:nvPr>
            </p:nvGraphicFramePr>
            <p:xfrm>
              <a:off x="490491" y="1467015"/>
              <a:ext cx="11211018" cy="49377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86895">
                      <a:extLst>
                        <a:ext uri="{9D8B030D-6E8A-4147-A177-3AD203B41FA5}">
                          <a16:colId xmlns:a16="http://schemas.microsoft.com/office/drawing/2014/main" val="1034415141"/>
                        </a:ext>
                      </a:extLst>
                    </a:gridCol>
                    <a:gridCol w="1421295">
                      <a:extLst>
                        <a:ext uri="{9D8B030D-6E8A-4147-A177-3AD203B41FA5}">
                          <a16:colId xmlns:a16="http://schemas.microsoft.com/office/drawing/2014/main" val="2400266525"/>
                        </a:ext>
                      </a:extLst>
                    </a:gridCol>
                    <a:gridCol w="1520687">
                      <a:extLst>
                        <a:ext uri="{9D8B030D-6E8A-4147-A177-3AD203B41FA5}">
                          <a16:colId xmlns:a16="http://schemas.microsoft.com/office/drawing/2014/main" val="2748911470"/>
                        </a:ext>
                      </a:extLst>
                    </a:gridCol>
                    <a:gridCol w="1530626">
                      <a:extLst>
                        <a:ext uri="{9D8B030D-6E8A-4147-A177-3AD203B41FA5}">
                          <a16:colId xmlns:a16="http://schemas.microsoft.com/office/drawing/2014/main" val="2472784572"/>
                        </a:ext>
                      </a:extLst>
                    </a:gridCol>
                    <a:gridCol w="1448367">
                      <a:extLst>
                        <a:ext uri="{9D8B030D-6E8A-4147-A177-3AD203B41FA5}">
                          <a16:colId xmlns:a16="http://schemas.microsoft.com/office/drawing/2014/main" val="488239032"/>
                        </a:ext>
                      </a:extLst>
                    </a:gridCol>
                    <a:gridCol w="1601574">
                      <a:extLst>
                        <a:ext uri="{9D8B030D-6E8A-4147-A177-3AD203B41FA5}">
                          <a16:colId xmlns:a16="http://schemas.microsoft.com/office/drawing/2014/main" val="1827663011"/>
                        </a:ext>
                      </a:extLst>
                    </a:gridCol>
                    <a:gridCol w="1601574">
                      <a:extLst>
                        <a:ext uri="{9D8B030D-6E8A-4147-A177-3AD203B41FA5}">
                          <a16:colId xmlns:a16="http://schemas.microsoft.com/office/drawing/2014/main" val="3796387951"/>
                        </a:ext>
                      </a:extLst>
                    </a:gridCol>
                  </a:tblGrid>
                  <a:tr h="5740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Region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T2M R</a:t>
                          </a:r>
                          <a:r>
                            <a:rPr lang="en-US" sz="1800" b="1" baseline="300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TP R</a:t>
                          </a:r>
                          <a:r>
                            <a:rPr lang="en-US" sz="1800" b="1" baseline="300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T2M r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TP r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T2M RMSE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oMath>
                          </a14:m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TP RMSE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oMath>
                          </a14:m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35748991"/>
                      </a:ext>
                    </a:extLst>
                  </a:tr>
                  <a:tr h="3804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Black Sea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0.447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0.663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0.450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0.783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51235143"/>
                      </a:ext>
                    </a:extLst>
                  </a:tr>
                  <a:tr h="36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Western Europe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0.378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0.606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0.609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0.807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0.788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8577444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Midwest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0.138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0.809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9818680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Eastern Europe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0.324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0.561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0.570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0.861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32829636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Northeast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0.085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0.286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0.880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26635466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Southern Brazil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0.255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0.176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0.497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0.934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0.969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42370502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Southern Plains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0.239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0.126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0.478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6260771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Northern Brazil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0.095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0.293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1.096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1.094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9626821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 Asia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0.181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0.453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0.418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0.980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0.985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20361267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Eastern Australia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0.183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0.417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0.529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0.830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84701211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Western Australia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0.173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0.197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0.404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0.437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0.934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0.908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2300040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India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0.163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0.129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0.387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1.073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16434142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Argentina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0.142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0.133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0.954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055743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11A6D56-3A71-6D05-3613-0B0D4F2C7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4827024"/>
                  </p:ext>
                </p:extLst>
              </p:nvPr>
            </p:nvGraphicFramePr>
            <p:xfrm>
              <a:off x="490491" y="1467015"/>
              <a:ext cx="11211018" cy="493776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86895">
                      <a:extLst>
                        <a:ext uri="{9D8B030D-6E8A-4147-A177-3AD203B41FA5}">
                          <a16:colId xmlns:a16="http://schemas.microsoft.com/office/drawing/2014/main" val="1034415141"/>
                        </a:ext>
                      </a:extLst>
                    </a:gridCol>
                    <a:gridCol w="1421295">
                      <a:extLst>
                        <a:ext uri="{9D8B030D-6E8A-4147-A177-3AD203B41FA5}">
                          <a16:colId xmlns:a16="http://schemas.microsoft.com/office/drawing/2014/main" val="2400266525"/>
                        </a:ext>
                      </a:extLst>
                    </a:gridCol>
                    <a:gridCol w="1520687">
                      <a:extLst>
                        <a:ext uri="{9D8B030D-6E8A-4147-A177-3AD203B41FA5}">
                          <a16:colId xmlns:a16="http://schemas.microsoft.com/office/drawing/2014/main" val="2748911470"/>
                        </a:ext>
                      </a:extLst>
                    </a:gridCol>
                    <a:gridCol w="1530626">
                      <a:extLst>
                        <a:ext uri="{9D8B030D-6E8A-4147-A177-3AD203B41FA5}">
                          <a16:colId xmlns:a16="http://schemas.microsoft.com/office/drawing/2014/main" val="2472784572"/>
                        </a:ext>
                      </a:extLst>
                    </a:gridCol>
                    <a:gridCol w="1448367">
                      <a:extLst>
                        <a:ext uri="{9D8B030D-6E8A-4147-A177-3AD203B41FA5}">
                          <a16:colId xmlns:a16="http://schemas.microsoft.com/office/drawing/2014/main" val="488239032"/>
                        </a:ext>
                      </a:extLst>
                    </a:gridCol>
                    <a:gridCol w="1601574">
                      <a:extLst>
                        <a:ext uri="{9D8B030D-6E8A-4147-A177-3AD203B41FA5}">
                          <a16:colId xmlns:a16="http://schemas.microsoft.com/office/drawing/2014/main" val="1827663011"/>
                        </a:ext>
                      </a:extLst>
                    </a:gridCol>
                    <a:gridCol w="1601574">
                      <a:extLst>
                        <a:ext uri="{9D8B030D-6E8A-4147-A177-3AD203B41FA5}">
                          <a16:colId xmlns:a16="http://schemas.microsoft.com/office/drawing/2014/main" val="3796387951"/>
                        </a:ext>
                      </a:extLst>
                    </a:gridCol>
                  </a:tblGrid>
                  <a:tr h="5740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Region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T2M R</a:t>
                          </a:r>
                          <a:r>
                            <a:rPr lang="en-US" sz="1800" b="1" baseline="300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TP R</a:t>
                          </a:r>
                          <a:r>
                            <a:rPr lang="en-US" sz="1800" b="1" baseline="300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T2M r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TP r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00000" t="-1064" r="-101521" b="-7829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00000" t="-1064" r="-1521" b="-782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748991"/>
                      </a:ext>
                    </a:extLst>
                  </a:tr>
                  <a:tr h="3804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Black Sea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0.447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0.663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0.450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0.783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51235143"/>
                      </a:ext>
                    </a:extLst>
                  </a:tr>
                  <a:tr h="36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Western Europe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0.378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0.606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0.609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0.807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0.788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8577444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Midwest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0.138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0.809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9818680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Eastern Europe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0.324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0.561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0.570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0.861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32829636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Northeast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0.085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0.286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0.880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26635466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Southern Brazil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0.255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0.176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0.497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0.934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0.969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42370502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Southern Plains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0.239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0.126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0.478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0.350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6260771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Northern Brazil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0.095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0.293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1.096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1.094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79626821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 Asia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0.215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0.181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0.453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0.418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0.980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0.985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20361267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Eastern Australia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0.183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0.288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0.417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0.529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0.830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184701211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Western Australia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0.173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0.197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0.404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0.437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0.934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0.908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23000404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India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0.163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0.129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0.387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0.336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0.977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1.073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16434142"/>
                      </a:ext>
                    </a:extLst>
                  </a:tr>
                  <a:tr h="3290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Argentina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0.142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0.133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0.360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0.332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0.954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0.949</a:t>
                          </a:r>
                          <a:endParaRPr lang="en-US" sz="1800">
                            <a:effectLst/>
                            <a:latin typeface="+mn-lt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055743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B54D1D4-5F16-E1D9-76AA-25B1395D38AC}"/>
              </a:ext>
            </a:extLst>
          </p:cNvPr>
          <p:cNvSpPr txBox="1"/>
          <p:nvPr/>
        </p:nvSpPr>
        <p:spPr>
          <a:xfrm>
            <a:off x="2620617" y="563360"/>
            <a:ext cx="2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EA931A"/>
                </a:solidFill>
              </a:rPr>
              <a:t>variance explained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6E8E5-8475-B6CA-232C-46717AA5D4CD}"/>
              </a:ext>
            </a:extLst>
          </p:cNvPr>
          <p:cNvSpPr txBox="1"/>
          <p:nvPr/>
        </p:nvSpPr>
        <p:spPr>
          <a:xfrm>
            <a:off x="6023113" y="585831"/>
            <a:ext cx="2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EA931A"/>
                </a:solidFill>
              </a:rPr>
              <a:t>direction captured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766D7-8FF1-8C11-D1A8-D48E729B3DD4}"/>
              </a:ext>
            </a:extLst>
          </p:cNvPr>
          <p:cNvSpPr txBox="1"/>
          <p:nvPr/>
        </p:nvSpPr>
        <p:spPr>
          <a:xfrm>
            <a:off x="9763539" y="579062"/>
            <a:ext cx="2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EA931A"/>
                </a:solidFill>
              </a:rPr>
              <a:t>error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CF9937-6A6B-C5AF-0E5D-368886D4DFD4}"/>
              </a:ext>
            </a:extLst>
          </p:cNvPr>
          <p:cNvCxnSpPr/>
          <p:nvPr/>
        </p:nvCxnSpPr>
        <p:spPr>
          <a:xfrm>
            <a:off x="3836504" y="932692"/>
            <a:ext cx="129209" cy="458786"/>
          </a:xfrm>
          <a:prstGeom prst="straightConnector1">
            <a:avLst/>
          </a:prstGeom>
          <a:ln w="57150">
            <a:solidFill>
              <a:srgbClr val="EA93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8F5688-FAE3-D598-5F42-BB4C2698A519}"/>
              </a:ext>
            </a:extLst>
          </p:cNvPr>
          <p:cNvCxnSpPr>
            <a:cxnSpLocks/>
          </p:cNvCxnSpPr>
          <p:nvPr/>
        </p:nvCxnSpPr>
        <p:spPr>
          <a:xfrm>
            <a:off x="7050156" y="932692"/>
            <a:ext cx="0" cy="444323"/>
          </a:xfrm>
          <a:prstGeom prst="straightConnector1">
            <a:avLst/>
          </a:prstGeom>
          <a:ln w="57150">
            <a:solidFill>
              <a:srgbClr val="EA93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E58687-B862-C1D1-8499-CB76C8FBEA95}"/>
              </a:ext>
            </a:extLst>
          </p:cNvPr>
          <p:cNvCxnSpPr>
            <a:cxnSpLocks/>
          </p:cNvCxnSpPr>
          <p:nvPr/>
        </p:nvCxnSpPr>
        <p:spPr>
          <a:xfrm>
            <a:off x="10114721" y="932691"/>
            <a:ext cx="0" cy="444323"/>
          </a:xfrm>
          <a:prstGeom prst="straightConnector1">
            <a:avLst/>
          </a:prstGeom>
          <a:ln w="57150">
            <a:solidFill>
              <a:srgbClr val="EA931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1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states&#10;&#10;AI-generated content may be incorrect.">
            <a:extLst>
              <a:ext uri="{FF2B5EF4-FFF2-40B4-BE49-F238E27FC236}">
                <a16:creationId xmlns:a16="http://schemas.microsoft.com/office/drawing/2014/main" id="{C992EBD4-1010-EF68-12E4-25507221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06" y="330965"/>
            <a:ext cx="9314187" cy="619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62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rawing">
            <a:extLst>
              <a:ext uri="{FF2B5EF4-FFF2-40B4-BE49-F238E27FC236}">
                <a16:creationId xmlns:a16="http://schemas.microsoft.com/office/drawing/2014/main" id="{140A39F5-7113-AC07-3A71-4EFCDB3B7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78" r="4772"/>
          <a:stretch>
            <a:fillRect/>
          </a:stretch>
        </p:blipFill>
        <p:spPr>
          <a:xfrm>
            <a:off x="76200" y="104774"/>
            <a:ext cx="5906927" cy="5156462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CFF83A8D-48D7-C3BA-D576-2BDFE29D2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873" y="104774"/>
            <a:ext cx="5906927" cy="5156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7686AC-E0BA-F865-8E2B-AA0124265001}"/>
              </a:ext>
            </a:extLst>
          </p:cNvPr>
          <p:cNvSpPr txBox="1"/>
          <p:nvPr/>
        </p:nvSpPr>
        <p:spPr>
          <a:xfrm>
            <a:off x="76200" y="5400673"/>
            <a:ext cx="5906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Eastern Europe</a:t>
            </a:r>
          </a:p>
          <a:p>
            <a:pPr algn="ctr"/>
            <a:r>
              <a: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Temperature Anomaly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C8570-A2B0-7B34-0DFD-FC5873DBAF39}"/>
              </a:ext>
            </a:extLst>
          </p:cNvPr>
          <p:cNvSpPr txBox="1"/>
          <p:nvPr/>
        </p:nvSpPr>
        <p:spPr>
          <a:xfrm>
            <a:off x="6285072" y="5400673"/>
            <a:ext cx="5830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Eastern Europe</a:t>
            </a:r>
          </a:p>
          <a:p>
            <a:pPr algn="ctr"/>
            <a:r>
              <a:rPr 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Precipitation Anomaly</a:t>
            </a:r>
          </a:p>
        </p:txBody>
      </p:sp>
    </p:spTree>
    <p:extLst>
      <p:ext uri="{BB962C8B-B14F-4D97-AF65-F5344CB8AC3E}">
        <p14:creationId xmlns:p14="http://schemas.microsoft.com/office/powerpoint/2010/main" val="2758566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6D68-A3B8-4C8E-F363-078CD613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61AE-6511-1D0B-A0AF-4ECAC910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Deliverables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79E7A5-3F44-7AAF-8CC9-7557345D6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Comprehensive &amp; Organized GitHub Repository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 multi-linear regression model that predicts climate anomalies in 13 regions across the world for the next month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Takes manual user input 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 random forest regression model designed similarly to the MLR model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Does not currently have a user input option but can be implemented in the future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Full correlation analysis widgets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Supplemental figure and map generation widgets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Produces all individual months with the click of a button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Supplemental Figures Pre-Generated in a Shared Folder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Global teleconnection correlation maps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Temperature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Precipitation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All Months (averaged)</a:t>
            </a:r>
          </a:p>
        </p:txBody>
      </p:sp>
      <p:pic>
        <p:nvPicPr>
          <p:cNvPr id="1026" name="Picture 2" descr="GitHub Logo and symbol, meaning, history, PNG, brand">
            <a:extLst>
              <a:ext uri="{FF2B5EF4-FFF2-40B4-BE49-F238E27FC236}">
                <a16:creationId xmlns:a16="http://schemas.microsoft.com/office/drawing/2014/main" id="{5165BE1A-F209-1974-926C-97D304D45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230189"/>
            <a:ext cx="2057400" cy="11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8E866C-C08B-EB91-FD72-558C87C4D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859" y="230190"/>
            <a:ext cx="998161" cy="11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5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8346-4F3C-9DC5-A7B8-AE2CE3D7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9475-63F2-F735-B511-ABDA7E6B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 Example</a:t>
            </a:r>
          </a:p>
        </p:txBody>
      </p:sp>
      <p:pic>
        <p:nvPicPr>
          <p:cNvPr id="1026" name="Picture 2" descr="GitHub Logo and symbol, meaning, history, PNG, brand">
            <a:extLst>
              <a:ext uri="{FF2B5EF4-FFF2-40B4-BE49-F238E27FC236}">
                <a16:creationId xmlns:a16="http://schemas.microsoft.com/office/drawing/2014/main" id="{B27D0147-1DEE-6704-6886-C86E0ADC5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230189"/>
            <a:ext cx="2057400" cy="11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0A78E0-442F-E68E-ED4C-55C46B770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859" y="230190"/>
            <a:ext cx="998161" cy="11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755B58-8960-6CAA-6274-6AE1EBE81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465" y="556151"/>
            <a:ext cx="4757530" cy="5053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88067-5630-6F76-55D9-CA821673A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450" y="1469174"/>
            <a:ext cx="8634548" cy="2567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39A12D-235F-6221-5E5D-2B0DA0E2BF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453" y="4692171"/>
            <a:ext cx="8724541" cy="13933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63B2F8-9EAE-3CDF-2577-6E825DF78ED4}"/>
              </a:ext>
            </a:extLst>
          </p:cNvPr>
          <p:cNvCxnSpPr>
            <a:cxnSpLocks/>
          </p:cNvCxnSpPr>
          <p:nvPr/>
        </p:nvCxnSpPr>
        <p:spPr>
          <a:xfrm>
            <a:off x="4754216" y="4036330"/>
            <a:ext cx="0" cy="644438"/>
          </a:xfrm>
          <a:prstGeom prst="straightConnector1">
            <a:avLst/>
          </a:prstGeom>
          <a:ln w="57150">
            <a:solidFill>
              <a:srgbClr val="EA931A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519EEB9-4946-3B93-4713-ABE3DE8C82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0811" y="2613991"/>
            <a:ext cx="1672417" cy="3878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89E70B-99A3-879E-EEC6-D3B15287F8CF}"/>
              </a:ext>
            </a:extLst>
          </p:cNvPr>
          <p:cNvSpPr txBox="1"/>
          <p:nvPr/>
        </p:nvSpPr>
        <p:spPr>
          <a:xfrm>
            <a:off x="9241799" y="2017227"/>
            <a:ext cx="2730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EA931A"/>
                </a:solidFill>
              </a:rPr>
              <a:t>Midwest Temperature Anomaly Correlations in November</a:t>
            </a:r>
          </a:p>
        </p:txBody>
      </p:sp>
    </p:spTree>
    <p:extLst>
      <p:ext uri="{BB962C8B-B14F-4D97-AF65-F5344CB8AC3E}">
        <p14:creationId xmlns:p14="http://schemas.microsoft.com/office/powerpoint/2010/main" val="60771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83CD-0025-6385-469F-DC26FD89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61C4-DC85-AC34-891B-FC9EB4F6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18BF7-2D9B-7C68-C564-5339AB120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Expanded ML Approach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Addressing major issues of sample size, robustness, and accuracy along extremes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Could offer more insights and determine more accurate patterns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Improved MLR Model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Month-specific input lists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Map output</a:t>
            </a:r>
          </a:p>
          <a:p>
            <a:r>
              <a:rPr lang="en-US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"Proxy Years" Product</a:t>
            </a:r>
          </a:p>
          <a:p>
            <a:pPr lvl="1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Attempt to match observed teleconnection index values with the closest historical analog</a:t>
            </a:r>
          </a:p>
          <a:p>
            <a:pPr lvl="2"/>
            <a:r>
              <a:rPr lang="en-US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“This year is most similar to year XXXX.”</a:t>
            </a:r>
          </a:p>
        </p:txBody>
      </p:sp>
    </p:spTree>
    <p:extLst>
      <p:ext uri="{BB962C8B-B14F-4D97-AF65-F5344CB8AC3E}">
        <p14:creationId xmlns:p14="http://schemas.microsoft.com/office/powerpoint/2010/main" val="2804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C31F-CF49-42C3-B176-BD09ED66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Questions?</a:t>
            </a:r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2B0B05C-056B-3C9F-212C-539878A2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91" y="1690688"/>
            <a:ext cx="2511857" cy="251185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916612B-36B6-38DB-66BD-3C0D4EC6F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057" y="1690688"/>
            <a:ext cx="2511857" cy="251185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4D2E62-214A-FB9D-81D6-5C7C6B357C00}"/>
              </a:ext>
            </a:extLst>
          </p:cNvPr>
          <p:cNvSpPr txBox="1"/>
          <p:nvPr/>
        </p:nvSpPr>
        <p:spPr>
          <a:xfrm>
            <a:off x="200891" y="4341091"/>
            <a:ext cx="2511857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Tyson Stewart</a:t>
            </a:r>
          </a:p>
          <a:p>
            <a:pPr algn="ctr"/>
            <a:r>
              <a:rPr lang="en-US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</a:t>
            </a:r>
            <a:r>
              <a:rPr lang="en-US" sz="16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 Lead</a:t>
            </a:r>
          </a:p>
          <a:p>
            <a:pPr algn="ctr"/>
            <a:endParaRPr lang="en-US" sz="1600" i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tstewart@niu.edu</a:t>
            </a:r>
          </a:p>
          <a:p>
            <a:pPr algn="ctr"/>
            <a:endParaRPr 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>
                <a:solidFill>
                  <a:srgbClr val="EA93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Graduating this summer!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F74A8-EA2F-1E67-885C-C101B774F0C1}"/>
              </a:ext>
            </a:extLst>
          </p:cNvPr>
          <p:cNvSpPr txBox="1"/>
          <p:nvPr/>
        </p:nvSpPr>
        <p:spPr>
          <a:xfrm>
            <a:off x="3350056" y="4341091"/>
            <a:ext cx="251185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Landon Moeller</a:t>
            </a:r>
          </a:p>
          <a:p>
            <a:pPr algn="ctr"/>
            <a:r>
              <a:rPr lang="en-US" sz="16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 Lead</a:t>
            </a:r>
          </a:p>
          <a:p>
            <a:pPr algn="ctr"/>
            <a:endParaRPr lang="en-US" sz="1600" i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lmoeller2@niu.edu</a:t>
            </a:r>
          </a:p>
          <a:p>
            <a:pPr algn="ctr"/>
            <a:endParaRPr 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>
                <a:solidFill>
                  <a:srgbClr val="EA93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Prospective NIU EAE Master’s Student!</a:t>
            </a:r>
          </a:p>
        </p:txBody>
      </p:sp>
      <p:pic>
        <p:nvPicPr>
          <p:cNvPr id="3" name="Picture 2" descr="A person wearing sunglasses and a blue sweatshirt&#10;&#10;AI-generated content may be incorrect.">
            <a:extLst>
              <a:ext uri="{FF2B5EF4-FFF2-40B4-BE49-F238E27FC236}">
                <a16:creationId xmlns:a16="http://schemas.microsoft.com/office/drawing/2014/main" id="{19E64E62-6977-2E52-D16A-1E8A8A359A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2" r="10765"/>
          <a:stretch>
            <a:fillRect/>
          </a:stretch>
        </p:blipFill>
        <p:spPr>
          <a:xfrm>
            <a:off x="6357026" y="1690015"/>
            <a:ext cx="2511857" cy="251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4D34-4A7B-C120-217B-8F393921AA7D}"/>
              </a:ext>
            </a:extLst>
          </p:cNvPr>
          <p:cNvSpPr txBox="1"/>
          <p:nvPr/>
        </p:nvSpPr>
        <p:spPr>
          <a:xfrm>
            <a:off x="6309577" y="4367766"/>
            <a:ext cx="260675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Owen Cutinello</a:t>
            </a:r>
          </a:p>
          <a:p>
            <a:pPr algn="ctr"/>
            <a:r>
              <a:rPr lang="en-US" sz="1600" i="1">
                <a:solidFill>
                  <a:schemeClr val="bg1"/>
                </a:solidFill>
              </a:rPr>
              <a:t>Support Team</a:t>
            </a:r>
          </a:p>
          <a:p>
            <a:pPr algn="ctr"/>
            <a:endParaRPr lang="en-US" sz="1600" i="1">
              <a:solidFill>
                <a:schemeClr val="bg1"/>
              </a:solidFill>
            </a:endParaRPr>
          </a:p>
          <a:p>
            <a:pPr algn="ctr"/>
            <a:r>
              <a:rPr lang="en-US" sz="1600" i="1">
                <a:solidFill>
                  <a:schemeClr val="bg1"/>
                </a:solidFill>
              </a:rPr>
              <a:t>owencutinello@gmail.com</a:t>
            </a:r>
          </a:p>
          <a:p>
            <a:pPr algn="ctr"/>
            <a:endParaRPr lang="en-US" sz="1600" i="1">
              <a:solidFill>
                <a:schemeClr val="bg1"/>
              </a:solidFill>
            </a:endParaRPr>
          </a:p>
          <a:p>
            <a:pPr algn="ctr"/>
            <a:r>
              <a:rPr lang="en-US" sz="1600">
                <a:solidFill>
                  <a:srgbClr val="EA93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Graduating this semester!</a:t>
            </a:r>
          </a:p>
        </p:txBody>
      </p:sp>
      <p:pic>
        <p:nvPicPr>
          <p:cNvPr id="6" name="Picture 5" descr="A person taking a selfie&#10;&#10;AI-generated content may be incorrect.">
            <a:extLst>
              <a:ext uri="{FF2B5EF4-FFF2-40B4-BE49-F238E27FC236}">
                <a16:creationId xmlns:a16="http://schemas.microsoft.com/office/drawing/2014/main" id="{7FBBAD7E-D4CE-287C-4A1C-FD913E433C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706" t="10258" r="-490" b="26307"/>
          <a:stretch>
            <a:fillRect/>
          </a:stretch>
        </p:blipFill>
        <p:spPr>
          <a:xfrm>
            <a:off x="9477425" y="1690688"/>
            <a:ext cx="2513684" cy="25093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4CAA0A-4F4A-5880-C249-3B3A4439AE0C}"/>
              </a:ext>
            </a:extLst>
          </p:cNvPr>
          <p:cNvSpPr txBox="1"/>
          <p:nvPr/>
        </p:nvSpPr>
        <p:spPr>
          <a:xfrm>
            <a:off x="9467998" y="4367766"/>
            <a:ext cx="2532538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Matthew Woods</a:t>
            </a:r>
          </a:p>
          <a:p>
            <a:pPr algn="ctr"/>
            <a:r>
              <a:rPr lang="en-US" sz="1600" i="1">
                <a:solidFill>
                  <a:schemeClr val="bg1"/>
                </a:solidFill>
              </a:rPr>
              <a:t>Support Team</a:t>
            </a:r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1600" i="1">
                <a:solidFill>
                  <a:schemeClr val="bg1"/>
                </a:solidFill>
              </a:rPr>
              <a:t>Woodsmatthew222</a:t>
            </a:r>
          </a:p>
          <a:p>
            <a:pPr algn="ctr"/>
            <a:r>
              <a:rPr lang="en-US" sz="1600" i="1">
                <a:solidFill>
                  <a:schemeClr val="bg1"/>
                </a:solidFill>
              </a:rPr>
              <a:t>@gmail.com</a:t>
            </a:r>
          </a:p>
          <a:p>
            <a:pPr algn="ctr"/>
            <a:endParaRPr lang="en-US" sz="1600" i="1">
              <a:solidFill>
                <a:schemeClr val="bg1"/>
              </a:solidFill>
            </a:endParaRPr>
          </a:p>
          <a:p>
            <a:pPr algn="ctr"/>
            <a:r>
              <a:rPr lang="en-US" sz="1600">
                <a:solidFill>
                  <a:srgbClr val="EA931A"/>
                </a:solidFill>
              </a:rPr>
              <a:t>Graduating this semester!</a:t>
            </a:r>
            <a:endParaRPr lang="en-US">
              <a:solidFill>
                <a:srgbClr val="EA931A"/>
              </a:solidFill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17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BC5B-0448-310E-7A62-8979D815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5998-C03A-48D7-F978-4AF77E0D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8E3C-FF61-E16A-CA69-6BEDF499F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9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AS, 2024: WLS. Amazonaws.com,. </a:t>
            </a:r>
            <a:r>
              <a:rPr lang="en-US" sz="29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https://rstudio-pubs-static.s3.amazonaws.com/1248584_e57ba116e2fb4f97995987db27b7cc67.html </a:t>
            </a:r>
            <a:r>
              <a:rPr lang="en-US" sz="29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(Accessed March 1, 2026).</a:t>
            </a:r>
          </a:p>
          <a:p>
            <a:r>
              <a:rPr lang="en-US">
                <a:solidFill>
                  <a:schemeClr val="bg1"/>
                </a:solidFill>
              </a:rPr>
              <a:t>Breusch, T. S., and A. R. Pagan, 1979: A Simple Test for Heteroscedasticity and Random Coefficient Variation. </a:t>
            </a:r>
            <a:r>
              <a:rPr lang="en-US" i="1" err="1">
                <a:solidFill>
                  <a:schemeClr val="bg1"/>
                </a:solidFill>
              </a:rPr>
              <a:t>Econometrica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b="1">
                <a:solidFill>
                  <a:schemeClr val="bg1"/>
                </a:solidFill>
              </a:rPr>
              <a:t>47</a:t>
            </a:r>
            <a:r>
              <a:rPr lang="en-US">
                <a:solidFill>
                  <a:schemeClr val="bg1"/>
                </a:solidFill>
              </a:rPr>
              <a:t>, 1287, </a:t>
            </a:r>
            <a:r>
              <a:rPr lang="en-US" u="sng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https://doi.org/10.2307/1911963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 err="1">
                <a:solidFill>
                  <a:schemeClr val="bg1"/>
                </a:solidFill>
              </a:rPr>
              <a:t>Everstream</a:t>
            </a:r>
            <a:r>
              <a:rPr lang="en-US">
                <a:solidFill>
                  <a:schemeClr val="bg1"/>
                </a:solidFill>
              </a:rPr>
              <a:t> Analytics, 2026: </a:t>
            </a:r>
            <a:r>
              <a:rPr lang="en-US" err="1">
                <a:solidFill>
                  <a:schemeClr val="bg1"/>
                </a:solidFill>
              </a:rPr>
              <a:t>Everstream</a:t>
            </a:r>
            <a:r>
              <a:rPr lang="en-US">
                <a:solidFill>
                  <a:schemeClr val="bg1"/>
                </a:solidFill>
              </a:rPr>
              <a:t> Analytics. </a:t>
            </a:r>
            <a:r>
              <a:rPr lang="en-US" u="sng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https://www.everstream.ai/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>
                <a:solidFill>
                  <a:schemeClr val="bg1"/>
                </a:solidFill>
              </a:rPr>
              <a:t>EPA, 2024: Random Forest Modeling. </a:t>
            </a:r>
            <a:r>
              <a:rPr lang="en-US" i="1">
                <a:solidFill>
                  <a:schemeClr val="bg1"/>
                </a:solidFill>
              </a:rPr>
              <a:t>United States Environmental Protection Agency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https://www.epa.gov/streamflow-duration-assessment/random-forest-modeling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>
                <a:solidFill>
                  <a:schemeClr val="bg1"/>
                </a:solidFill>
              </a:rPr>
              <a:t>Gerson, A., 2023: Stranding of the Mega-Ship Ever Given in the Suez Canal: Causes, Consequences, and Lessons to Be Learned. The Suez Canal: Past Lessons and Future Challenges, C. </a:t>
            </a:r>
            <a:r>
              <a:rPr lang="en-US" err="1">
                <a:solidFill>
                  <a:schemeClr val="bg1"/>
                </a:solidFill>
              </a:rPr>
              <a:t>Lutmar</a:t>
            </a:r>
            <a:r>
              <a:rPr lang="en-US">
                <a:solidFill>
                  <a:schemeClr val="bg1"/>
                </a:solidFill>
              </a:rPr>
              <a:t> and Z. </a:t>
            </a:r>
            <a:r>
              <a:rPr lang="en-US" err="1">
                <a:solidFill>
                  <a:schemeClr val="bg1"/>
                </a:solidFill>
              </a:rPr>
              <a:t>Rubinovitz</a:t>
            </a:r>
            <a:r>
              <a:rPr lang="en-US">
                <a:solidFill>
                  <a:schemeClr val="bg1"/>
                </a:solidFill>
              </a:rPr>
              <a:t>, Eds, Palgrave Studies in Maritime Politics and Security, Springer International Publishing, 231–252, </a:t>
            </a:r>
            <a:r>
              <a:rPr lang="en-US" u="sng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https://doi.org/10.1007/978-3-031-15670-0_12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r>
              <a:rPr lang="en-US">
                <a:solidFill>
                  <a:schemeClr val="bg1"/>
                </a:solidFill>
              </a:rPr>
              <a:t>González-Pérez, A., R. Álvarez-Esteban, A. Penas, and S. Del Río, 2022: Analysis of recent rainfall trends and links to teleconnection patterns in California (U.S.). Journal of Hydrology, </a:t>
            </a:r>
            <a:r>
              <a:rPr lang="en-US" b="1">
                <a:solidFill>
                  <a:schemeClr val="bg1"/>
                </a:solidFill>
              </a:rPr>
              <a:t>612</a:t>
            </a:r>
            <a:r>
              <a:rPr lang="en-US">
                <a:solidFill>
                  <a:schemeClr val="bg1"/>
                </a:solidFill>
              </a:rPr>
              <a:t>, 128211, </a:t>
            </a:r>
            <a:r>
              <a:rPr lang="en-US" u="sng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https://doi.org/10.1016/j.jhydrol.2022.128211</a:t>
            </a:r>
            <a:r>
              <a:rPr lang="en-US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1198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2F77-AF6A-9424-7A04-53A1CBDE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7064-C608-14DF-2CDC-23B48FEC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743F-CB04-2EFE-7FBC-42F72085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NASA Johnson Space Center, 2021: ISS064-E-48480.</a:t>
            </a:r>
          </a:p>
          <a:p>
            <a:r>
              <a:rPr lang="en-US" sz="2000" err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Perktold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, J., S. Seabold, J. Taylor, and statsmodels-developers, 2025: statsmodels. www.statsmodels.org,.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https://www.statsmodels.org/stable/index.html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Reid, A.-K., and N. Allum, 2019: Learn to Test for Heteroscedasticity in Stata With Data From the Canadian Fuel Consumption Report (2015). SAGE Publications, Ltd.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https://doi.org/10.4135/9781526472601</a:t>
            </a:r>
            <a:endParaRPr lang="en-US" sz="20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Zhang, N., T. B. Pathak, L. E. Parker, and S. M. Ostoja, 2021: Impacts of large-scale teleconnection indices on chill accumulation for specialty crops in California. Science of The Total Environment, 791, 148025, 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https://doi.org/10.1016/j.scitotenv.2021.148025</a:t>
            </a:r>
            <a:r>
              <a:rPr lang="en-US" sz="2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Goodrich, G. B., and J. M. Walker, 2011: The Influence of the PDO on Winter Precipitation During High- and Low-Index ENSO Conditions in the Eastern United States. Physical Geography, </a:t>
            </a:r>
            <a:r>
              <a:rPr lang="en-US" sz="2000" b="1">
                <a:solidFill>
                  <a:schemeClr val="bg1"/>
                </a:solidFill>
              </a:rPr>
              <a:t>32</a:t>
            </a:r>
            <a:r>
              <a:rPr lang="en-US" sz="2000">
                <a:solidFill>
                  <a:schemeClr val="bg1"/>
                </a:solidFill>
              </a:rPr>
              <a:t>, 295–312, </a:t>
            </a:r>
            <a:r>
              <a:rPr lang="en-US" sz="2000"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https://doi.org/10.2747/0272-3646.32.4.295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endParaRPr lang="en-US" sz="20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5238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E595-86CF-9402-4F38-935F3419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B664-391C-C5A2-FB25-DCC91FBF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F61C-B105-AB32-1F3C-B7BC09E64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err="1">
                <a:solidFill>
                  <a:schemeClr val="bg1"/>
                </a:solidFill>
              </a:rPr>
              <a:t>Helali</a:t>
            </a:r>
            <a:r>
              <a:rPr lang="en-US" sz="2000">
                <a:solidFill>
                  <a:schemeClr val="bg1"/>
                </a:solidFill>
              </a:rPr>
              <a:t>, J., M. Nouri, M. Mohammadi Ghaleni, S. A. </a:t>
            </a:r>
            <a:r>
              <a:rPr lang="en-US" sz="2000" err="1">
                <a:solidFill>
                  <a:schemeClr val="bg1"/>
                </a:solidFill>
              </a:rPr>
              <a:t>Hosseni</a:t>
            </a:r>
            <a:r>
              <a:rPr lang="en-US" sz="2000">
                <a:solidFill>
                  <a:schemeClr val="bg1"/>
                </a:solidFill>
              </a:rPr>
              <a:t>, F. Safarpour, A. </a:t>
            </a:r>
            <a:r>
              <a:rPr lang="en-US" sz="2000" err="1">
                <a:solidFill>
                  <a:schemeClr val="bg1"/>
                </a:solidFill>
              </a:rPr>
              <a:t>Shirdeli</a:t>
            </a:r>
            <a:r>
              <a:rPr lang="en-US" sz="2000">
                <a:solidFill>
                  <a:schemeClr val="bg1"/>
                </a:solidFill>
              </a:rPr>
              <a:t>, P. </a:t>
            </a:r>
            <a:r>
              <a:rPr lang="en-US" sz="2000" err="1">
                <a:solidFill>
                  <a:schemeClr val="bg1"/>
                </a:solidFill>
              </a:rPr>
              <a:t>Paymard</a:t>
            </a:r>
            <a:r>
              <a:rPr lang="en-US" sz="2000">
                <a:solidFill>
                  <a:schemeClr val="bg1"/>
                </a:solidFill>
              </a:rPr>
              <a:t>, and Z. Kalantari, 2023: Forecasting precipitation based on teleconnections using machine learning approaches across different precipitation regimes. </a:t>
            </a:r>
            <a:r>
              <a:rPr lang="en-US" sz="2000" i="1">
                <a:solidFill>
                  <a:schemeClr val="bg1"/>
                </a:solidFill>
              </a:rPr>
              <a:t>Environ Earth Sci</a:t>
            </a:r>
            <a:r>
              <a:rPr lang="en-US" sz="2000">
                <a:solidFill>
                  <a:schemeClr val="bg1"/>
                </a:solidFill>
              </a:rPr>
              <a:t>, </a:t>
            </a:r>
            <a:r>
              <a:rPr lang="en-US" sz="2000" b="1">
                <a:solidFill>
                  <a:schemeClr val="bg1"/>
                </a:solidFill>
              </a:rPr>
              <a:t>82</a:t>
            </a:r>
            <a:r>
              <a:rPr lang="en-US" sz="2000">
                <a:solidFill>
                  <a:schemeClr val="bg1"/>
                </a:solidFill>
              </a:rPr>
              <a:t>, 495, </a:t>
            </a:r>
            <a:r>
              <a:rPr lang="en-US" sz="2000" u="sng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https://doi.org/10.1007/s12665-023-11191-9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 err="1">
                <a:solidFill>
                  <a:schemeClr val="bg1"/>
                </a:solidFill>
              </a:rPr>
              <a:t>Hersbach</a:t>
            </a:r>
            <a:r>
              <a:rPr lang="en-US" sz="2000">
                <a:solidFill>
                  <a:schemeClr val="bg1"/>
                </a:solidFill>
              </a:rPr>
              <a:t>, H., and Coauthors, 2020: The ERA5 global reanalysis. </a:t>
            </a:r>
            <a:r>
              <a:rPr lang="en-US" sz="2000" i="1">
                <a:solidFill>
                  <a:schemeClr val="bg1"/>
                </a:solidFill>
              </a:rPr>
              <a:t>Quart J Royal </a:t>
            </a:r>
            <a:r>
              <a:rPr lang="en-US" sz="2000" i="1" err="1">
                <a:solidFill>
                  <a:schemeClr val="bg1"/>
                </a:solidFill>
              </a:rPr>
              <a:t>Meteoro</a:t>
            </a:r>
            <a:r>
              <a:rPr lang="en-US" sz="2000" i="1">
                <a:solidFill>
                  <a:schemeClr val="bg1"/>
                </a:solidFill>
              </a:rPr>
              <a:t> Soc</a:t>
            </a:r>
            <a:r>
              <a:rPr lang="en-US" sz="2000">
                <a:solidFill>
                  <a:schemeClr val="bg1"/>
                </a:solidFill>
              </a:rPr>
              <a:t>, </a:t>
            </a:r>
            <a:r>
              <a:rPr lang="en-US" sz="2000" b="1">
                <a:solidFill>
                  <a:schemeClr val="bg1"/>
                </a:solidFill>
              </a:rPr>
              <a:t>146</a:t>
            </a:r>
            <a:r>
              <a:rPr lang="en-US" sz="2000">
                <a:solidFill>
                  <a:schemeClr val="bg1"/>
                </a:solidFill>
              </a:rPr>
              <a:t>, 1999–2049, </a:t>
            </a:r>
            <a:r>
              <a:rPr lang="en-US" sz="2000" u="sng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https://doi.org/10.1002/qj.3803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Hill, A. J., G. R. Herman, and R.S. Schumacher, 2020: Forecasting Severe Weather with Random Forests. Monthly Weather Review, 148, 2135-2161, </a:t>
            </a:r>
            <a:r>
              <a:rPr lang="en-US" sz="2000" u="sng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https://doi.org/10.1175/mwr-d-19-0344.1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Huston, R., and A. Dastrup, 2020: </a:t>
            </a:r>
            <a:r>
              <a:rPr lang="en-US" sz="2000" i="1">
                <a:solidFill>
                  <a:schemeClr val="bg1"/>
                </a:solidFill>
              </a:rPr>
              <a:t>People, Places, and Cultures</a:t>
            </a:r>
            <a:r>
              <a:rPr lang="en-US" sz="2000">
                <a:solidFill>
                  <a:schemeClr val="bg1"/>
                </a:solidFill>
              </a:rPr>
              <a:t>. J. Holmes, Ed. Tulsa Community College, </a:t>
            </a:r>
            <a:r>
              <a:rPr lang="en-US" sz="2000"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https://open.library.okstate.edu/culturalgeography/chapter/5-3-2/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Mucci, Ti., Overfitting vs. Underfitting. </a:t>
            </a:r>
            <a:r>
              <a:rPr lang="en-US" sz="2000" i="1">
                <a:solidFill>
                  <a:schemeClr val="bg1"/>
                </a:solidFill>
              </a:rPr>
              <a:t>IBM Think</a:t>
            </a:r>
            <a:r>
              <a:rPr lang="en-US" sz="2000">
                <a:solidFill>
                  <a:schemeClr val="bg1"/>
                </a:solidFill>
              </a:rPr>
              <a:t>, </a:t>
            </a:r>
            <a:r>
              <a:rPr lang="en-US" sz="2000" u="sng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https://www.ibm.com/think/topics/overfitting-vs-underfitting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endParaRPr lang="en-US" sz="18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9194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DCDD4-CC8E-E824-4BD0-EB812103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8593-60E3-2841-941D-C29BB642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D5902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26C6-3C25-364C-BE0A-A0668A79B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NOAA, 2025: El Niño &amp; La Niña (El Niño-Southern </a:t>
            </a:r>
            <a:r>
              <a:rPr lang="es-ES" sz="2000" err="1">
                <a:solidFill>
                  <a:schemeClr val="bg1"/>
                </a:solidFill>
              </a:rPr>
              <a:t>Oscillation</a:t>
            </a:r>
            <a:r>
              <a:rPr lang="es-ES" sz="2000">
                <a:solidFill>
                  <a:schemeClr val="bg1"/>
                </a:solidFill>
              </a:rPr>
              <a:t>). </a:t>
            </a:r>
            <a:r>
              <a:rPr lang="es-ES" sz="2000" i="1">
                <a:solidFill>
                  <a:schemeClr val="bg1"/>
                </a:solidFill>
              </a:rPr>
              <a:t>Climate.gov,</a:t>
            </a:r>
            <a:r>
              <a:rPr lang="es-ES" sz="2000">
                <a:solidFill>
                  <a:schemeClr val="bg1"/>
                </a:solidFill>
              </a:rPr>
              <a:t> </a:t>
            </a:r>
            <a:r>
              <a:rPr lang="es-ES" sz="2000" u="sng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https://www.climate.gov/enso</a:t>
            </a:r>
            <a:r>
              <a:rPr lang="es-ES" sz="2000">
                <a:solidFill>
                  <a:schemeClr val="bg1"/>
                </a:solidFill>
              </a:rPr>
              <a:t>.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Rust, H. W., A. Richling, P. </a:t>
            </a:r>
            <a:r>
              <a:rPr lang="en-US" sz="2000" err="1">
                <a:solidFill>
                  <a:schemeClr val="bg1"/>
                </a:solidFill>
              </a:rPr>
              <a:t>Bissolli</a:t>
            </a:r>
            <a:r>
              <a:rPr lang="en-US" sz="2000">
                <a:solidFill>
                  <a:schemeClr val="bg1"/>
                </a:solidFill>
              </a:rPr>
              <a:t>, and U. Ulbrich, 2015: Linking teleconnection patterns to European temperature – a multiple linear regression model. </a:t>
            </a:r>
            <a:r>
              <a:rPr lang="en-US" sz="2000" i="1" err="1">
                <a:solidFill>
                  <a:schemeClr val="bg1"/>
                </a:solidFill>
              </a:rPr>
              <a:t>metz</a:t>
            </a:r>
            <a:r>
              <a:rPr lang="en-US" sz="2000">
                <a:solidFill>
                  <a:schemeClr val="bg1"/>
                </a:solidFill>
              </a:rPr>
              <a:t>, </a:t>
            </a:r>
            <a:r>
              <a:rPr lang="en-US" sz="2000" b="1">
                <a:solidFill>
                  <a:schemeClr val="bg1"/>
                </a:solidFill>
              </a:rPr>
              <a:t>24</a:t>
            </a:r>
            <a:r>
              <a:rPr lang="en-US" sz="2000">
                <a:solidFill>
                  <a:schemeClr val="bg1"/>
                </a:solidFill>
              </a:rPr>
              <a:t>, 411–423, </a:t>
            </a:r>
            <a:r>
              <a:rPr lang="en-US" sz="2000" u="sng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https://doi.org/10.1127/metz/2015/0642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Wu, Z., N. E. Huang, S. R. Long, and C.-K. Peng, 2007: On the trend, detrending, and variability of nonlinear and nonstationary time series. </a:t>
            </a:r>
            <a:r>
              <a:rPr lang="en-US" sz="2000" i="1">
                <a:solidFill>
                  <a:schemeClr val="bg1"/>
                </a:solidFill>
              </a:rPr>
              <a:t>Proc. Natl. Acad. Sci. U.S.A.</a:t>
            </a:r>
            <a:r>
              <a:rPr lang="en-US" sz="2000">
                <a:solidFill>
                  <a:schemeClr val="bg1"/>
                </a:solidFill>
              </a:rPr>
              <a:t>, </a:t>
            </a:r>
            <a:r>
              <a:rPr lang="en-US" sz="2000" b="1">
                <a:solidFill>
                  <a:schemeClr val="bg1"/>
                </a:solidFill>
              </a:rPr>
              <a:t>104</a:t>
            </a:r>
            <a:r>
              <a:rPr lang="en-US" sz="2000">
                <a:solidFill>
                  <a:schemeClr val="bg1"/>
                </a:solidFill>
              </a:rPr>
              <a:t>, 14889–14894, </a:t>
            </a:r>
            <a:r>
              <a:rPr lang="en-US" sz="2000" u="sng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https://doi.org/10.1073/pnas.0701020104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r>
              <a:rPr lang="en-US" sz="2000">
                <a:solidFill>
                  <a:schemeClr val="bg1"/>
                </a:solidFill>
              </a:rPr>
              <a:t>Zhang, N., T. B. Pathak, L. E. Parker, and S. M. Ostoja, 2021: Impacts of large-scale teleconnection indices on chill accumulation for specialty crops in California. Science of The Total Environment, </a:t>
            </a:r>
            <a:r>
              <a:rPr lang="en-US" sz="2000" b="1">
                <a:solidFill>
                  <a:schemeClr val="bg1"/>
                </a:solidFill>
              </a:rPr>
              <a:t>791</a:t>
            </a:r>
            <a:r>
              <a:rPr lang="en-US" sz="2000">
                <a:solidFill>
                  <a:schemeClr val="bg1"/>
                </a:solidFill>
              </a:rPr>
              <a:t>, 148025, </a:t>
            </a:r>
            <a:r>
              <a:rPr lang="en-US" sz="2000" u="sng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https://doi.org/10.1016/j.scitotenv.2021.148025</a:t>
            </a:r>
            <a:r>
              <a:rPr lang="en-US" sz="2000">
                <a:solidFill>
                  <a:schemeClr val="bg1"/>
                </a:solidFill>
              </a:rPr>
              <a:t>.</a:t>
            </a:r>
          </a:p>
          <a:p>
            <a:endParaRPr lang="en-US" sz="140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130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Predictive Global Climate Modeling Using Teleconnection Patterns</vt:lpstr>
      <vt:lpstr>Background</vt:lpstr>
      <vt:lpstr>Long-Term Forecasting Challenges</vt:lpstr>
      <vt:lpstr>Teleconnections</vt:lpstr>
      <vt:lpstr>Teleconnections</vt:lpstr>
      <vt:lpstr>PowerPoint Presentation</vt:lpstr>
      <vt:lpstr>PowerPoint Presentation</vt:lpstr>
      <vt:lpstr>Data Sources</vt:lpstr>
      <vt:lpstr>Methodology</vt:lpstr>
      <vt:lpstr>Correlation Analysis</vt:lpstr>
      <vt:lpstr>Methodology</vt:lpstr>
      <vt:lpstr>Statistical Model Workflow</vt:lpstr>
      <vt:lpstr>ML Model Workflow</vt:lpstr>
      <vt:lpstr>Results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</vt:lpstr>
      <vt:lpstr>PowerPoint Presentation</vt:lpstr>
      <vt:lpstr>PowerPoint Presentation</vt:lpstr>
      <vt:lpstr>PowerPoint Presentation</vt:lpstr>
      <vt:lpstr>PowerPoint Presentation</vt:lpstr>
      <vt:lpstr>Deliverables</vt:lpstr>
      <vt:lpstr>An Example</vt:lpstr>
      <vt:lpstr>Future Work</vt:lpstr>
      <vt:lpstr>Questions?</vt:lpstr>
      <vt:lpstr>References</vt:lpstr>
      <vt:lpstr>References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2026-02-23T14:55:35Z</dcterms:created>
  <dcterms:modified xsi:type="dcterms:W3CDTF">2026-04-29T14:19:40Z</dcterms:modified>
</cp:coreProperties>
</file>