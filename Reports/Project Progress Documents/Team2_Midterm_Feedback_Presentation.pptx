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9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8" r:id="rId9"/>
    <p:sldId id="264" r:id="rId10"/>
    <p:sldId id="266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A3005F-6CBB-F140-B75D-3ADC29268739}" v="1171" dt="2026-03-18T13:55:31.052"/>
    <p1510:client id="{CF66D2BE-14D5-4E89-82D3-513F758429BB}" v="608" dt="2026-03-18T13:34:28.496"/>
    <p1510:client id="{FE84D2DF-3846-F140-B31E-772D2F488637}" v="4" dt="2026-03-18T14:39:02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ndon Moeller" userId="6c4ecec8-6927-4d7a-893c-9d1afafa0b65" providerId="ADAL" clId="{2C975B97-2FAE-4319-AB75-4CE6C0B2A434}"/>
    <pc:docChg chg="custSel addSld modSld">
      <pc:chgData name="Landon Moeller" userId="6c4ecec8-6927-4d7a-893c-9d1afafa0b65" providerId="ADAL" clId="{2C975B97-2FAE-4319-AB75-4CE6C0B2A434}" dt="2026-03-18T13:34:28.496" v="607" actId="33524"/>
      <pc:docMkLst>
        <pc:docMk/>
      </pc:docMkLst>
      <pc:sldChg chg="modSp mod">
        <pc:chgData name="Landon Moeller" userId="6c4ecec8-6927-4d7a-893c-9d1afafa0b65" providerId="ADAL" clId="{2C975B97-2FAE-4319-AB75-4CE6C0B2A434}" dt="2026-03-18T00:40:27.175" v="138" actId="113"/>
        <pc:sldMkLst>
          <pc:docMk/>
          <pc:sldMk cId="109857222" sldId="256"/>
        </pc:sldMkLst>
        <pc:spChg chg="mod">
          <ac:chgData name="Landon Moeller" userId="6c4ecec8-6927-4d7a-893c-9d1afafa0b65" providerId="ADAL" clId="{2C975B97-2FAE-4319-AB75-4CE6C0B2A434}" dt="2026-03-18T00:40:25.262" v="137" actId="113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Landon Moeller" userId="6c4ecec8-6927-4d7a-893c-9d1afafa0b65" providerId="ADAL" clId="{2C975B97-2FAE-4319-AB75-4CE6C0B2A434}" dt="2026-03-18T00:40:27.175" v="138" actId="113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add mod">
        <pc:chgData name="Landon Moeller" userId="6c4ecec8-6927-4d7a-893c-9d1afafa0b65" providerId="ADAL" clId="{2C975B97-2FAE-4319-AB75-4CE6C0B2A434}" dt="2026-03-18T13:34:28.496" v="607" actId="33524"/>
        <pc:sldMkLst>
          <pc:docMk/>
          <pc:sldMk cId="722390176" sldId="268"/>
        </pc:sldMkLst>
        <pc:spChg chg="mod">
          <ac:chgData name="Landon Moeller" userId="6c4ecec8-6927-4d7a-893c-9d1afafa0b65" providerId="ADAL" clId="{2C975B97-2FAE-4319-AB75-4CE6C0B2A434}" dt="2026-03-18T13:34:28.496" v="607" actId="33524"/>
          <ac:spMkLst>
            <pc:docMk/>
            <pc:sldMk cId="722390176" sldId="268"/>
            <ac:spMk id="3" creationId="{6BF6FEB0-7F57-763C-7958-F9CAF6ECEF04}"/>
          </ac:spMkLst>
        </pc:spChg>
        <pc:spChg chg="add del mod">
          <ac:chgData name="Landon Moeller" userId="6c4ecec8-6927-4d7a-893c-9d1afafa0b65" providerId="ADAL" clId="{2C975B97-2FAE-4319-AB75-4CE6C0B2A434}" dt="2026-03-18T13:30:59.996" v="141" actId="478"/>
          <ac:spMkLst>
            <pc:docMk/>
            <pc:sldMk cId="722390176" sldId="268"/>
            <ac:spMk id="10" creationId="{DB9A7FE9-1450-6221-263C-078238ED959A}"/>
          </ac:spMkLst>
        </pc:spChg>
        <pc:picChg chg="del">
          <ac:chgData name="Landon Moeller" userId="6c4ecec8-6927-4d7a-893c-9d1afafa0b65" providerId="ADAL" clId="{2C975B97-2FAE-4319-AB75-4CE6C0B2A434}" dt="2026-03-18T13:30:54.641" v="140" actId="478"/>
          <ac:picMkLst>
            <pc:docMk/>
            <pc:sldMk cId="722390176" sldId="268"/>
            <ac:picMk id="8" creationId="{197E54CA-EC8D-BAB5-DBCF-7E012A4CF029}"/>
          </ac:picMkLst>
        </pc:picChg>
        <pc:picChg chg="del">
          <ac:chgData name="Landon Moeller" userId="6c4ecec8-6927-4d7a-893c-9d1afafa0b65" providerId="ADAL" clId="{2C975B97-2FAE-4319-AB75-4CE6C0B2A434}" dt="2026-03-18T13:31:01.870" v="142" actId="478"/>
          <ac:picMkLst>
            <pc:docMk/>
            <pc:sldMk cId="722390176" sldId="268"/>
            <ac:picMk id="9" creationId="{2B55E70F-1D22-B191-A4A7-59B110FEEB9F}"/>
          </ac:picMkLst>
        </pc:picChg>
      </pc:sldChg>
    </pc:docChg>
  </pc:docChgLst>
  <pc:docChgLst>
    <pc:chgData name="Tyson Stewart" userId="S::z2039957@students.niu.edu::8e2b140b-85bc-4b41-b8fc-f7a99c36e0e2" providerId="AD" clId="Web-{FE84D2DF-3846-F140-B31E-772D2F488637}"/>
    <pc:docChg chg="modSld">
      <pc:chgData name="Tyson Stewart" userId="S::z2039957@students.niu.edu::8e2b140b-85bc-4b41-b8fc-f7a99c36e0e2" providerId="AD" clId="Web-{FE84D2DF-3846-F140-B31E-772D2F488637}" dt="2026-03-18T14:39:02.698" v="3"/>
      <pc:docMkLst>
        <pc:docMk/>
      </pc:docMkLst>
      <pc:sldChg chg="modSp">
        <pc:chgData name="Tyson Stewart" userId="S::z2039957@students.niu.edu::8e2b140b-85bc-4b41-b8fc-f7a99c36e0e2" providerId="AD" clId="Web-{FE84D2DF-3846-F140-B31E-772D2F488637}" dt="2026-03-18T14:39:02.698" v="3"/>
        <pc:sldMkLst>
          <pc:docMk/>
          <pc:sldMk cId="1723121550" sldId="257"/>
        </pc:sldMkLst>
        <pc:picChg chg="mod">
          <ac:chgData name="Tyson Stewart" userId="S::z2039957@students.niu.edu::8e2b140b-85bc-4b41-b8fc-f7a99c36e0e2" providerId="AD" clId="Web-{FE84D2DF-3846-F140-B31E-772D2F488637}" dt="2026-03-18T14:38:30.822" v="0"/>
          <ac:picMkLst>
            <pc:docMk/>
            <pc:sldMk cId="1723121550" sldId="257"/>
            <ac:picMk id="4" creationId="{EA55578C-C190-32EF-8B5B-F6610213BD80}"/>
          </ac:picMkLst>
        </pc:picChg>
        <pc:picChg chg="mod">
          <ac:chgData name="Tyson Stewart" userId="S::z2039957@students.niu.edu::8e2b140b-85bc-4b41-b8fc-f7a99c36e0e2" providerId="AD" clId="Web-{FE84D2DF-3846-F140-B31E-772D2F488637}" dt="2026-03-18T14:38:55.136" v="2"/>
          <ac:picMkLst>
            <pc:docMk/>
            <pc:sldMk cId="1723121550" sldId="257"/>
            <ac:picMk id="5" creationId="{2AA7B5C4-089A-143B-DCDF-E4AE94130A6E}"/>
          </ac:picMkLst>
        </pc:picChg>
        <pc:picChg chg="mod">
          <ac:chgData name="Tyson Stewart" userId="S::z2039957@students.niu.edu::8e2b140b-85bc-4b41-b8fc-f7a99c36e0e2" providerId="AD" clId="Web-{FE84D2DF-3846-F140-B31E-772D2F488637}" dt="2026-03-18T14:39:02.698" v="3"/>
          <ac:picMkLst>
            <pc:docMk/>
            <pc:sldMk cId="1723121550" sldId="257"/>
            <ac:picMk id="6" creationId="{716248FC-A771-04DC-EE89-D36E4B9BC2C8}"/>
          </ac:picMkLst>
        </pc:picChg>
      </pc:sldChg>
    </pc:docChg>
  </pc:docChgLst>
  <pc:docChgLst>
    <pc:chgData name="Tyson Stewart" userId="S::z2039957@students.niu.edu::8e2b140b-85bc-4b41-b8fc-f7a99c36e0e2" providerId="AD" clId="Web-{30A3005F-6CBB-F140-B75D-3ADC29268739}"/>
    <pc:docChg chg="mod addSld delSld modSld sldOrd addMainMaster delMainMaster">
      <pc:chgData name="Tyson Stewart" userId="S::z2039957@students.niu.edu::8e2b140b-85bc-4b41-b8fc-f7a99c36e0e2" providerId="AD" clId="Web-{30A3005F-6CBB-F140-B75D-3ADC29268739}" dt="2026-03-18T13:55:31.052" v="1149" actId="1076"/>
      <pc:docMkLst>
        <pc:docMk/>
      </pc:docMkLst>
      <pc:sldChg chg="addSp modSp mod modClrScheme chgLayout">
        <pc:chgData name="Tyson Stewart" userId="S::z2039957@students.niu.edu::8e2b140b-85bc-4b41-b8fc-f7a99c36e0e2" providerId="AD" clId="Web-{30A3005F-6CBB-F140-B75D-3ADC29268739}" dt="2026-03-18T02:01:18.262" v="262"/>
        <pc:sldMkLst>
          <pc:docMk/>
          <pc:sldMk cId="109857222" sldId="256"/>
        </pc:sldMkLst>
        <pc:spChg chg="mod ord">
          <ac:chgData name="Tyson Stewart" userId="S::z2039957@students.niu.edu::8e2b140b-85bc-4b41-b8fc-f7a99c36e0e2" providerId="AD" clId="Web-{30A3005F-6CBB-F140-B75D-3ADC29268739}" dt="2026-03-18T02:01:18.262" v="262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02:01:18.262" v="262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8.262" v="262"/>
          <ac:spMkLst>
            <pc:docMk/>
            <pc:sldMk cId="109857222" sldId="256"/>
            <ac:spMk id="8" creationId="{80B2C2FC-2BBC-22C9-B28F-D30641194CC0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8.262" v="262"/>
          <ac:spMkLst>
            <pc:docMk/>
            <pc:sldMk cId="109857222" sldId="256"/>
            <ac:spMk id="10" creationId="{73C9F4EA-748B-DD0D-0BFF-BEF4B22048B3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8.262" v="262"/>
          <ac:spMkLst>
            <pc:docMk/>
            <pc:sldMk cId="109857222" sldId="256"/>
            <ac:spMk id="12" creationId="{5092EC7A-CF6C-F865-F33D-F867FC10F4BF}"/>
          </ac:spMkLst>
        </pc:spChg>
      </pc:sldChg>
      <pc:sldChg chg="addSp delSp modSp new mod modClrScheme chgLayout">
        <pc:chgData name="Tyson Stewart" userId="S::z2039957@students.niu.edu::8e2b140b-85bc-4b41-b8fc-f7a99c36e0e2" providerId="AD" clId="Web-{30A3005F-6CBB-F140-B75D-3ADC29268739}" dt="2026-03-18T02:00:55.059" v="257" actId="1076"/>
        <pc:sldMkLst>
          <pc:docMk/>
          <pc:sldMk cId="1723121550" sldId="257"/>
        </pc:sldMkLst>
        <pc:spChg chg="mod ord">
          <ac:chgData name="Tyson Stewart" userId="S::z2039957@students.niu.edu::8e2b140b-85bc-4b41-b8fc-f7a99c36e0e2" providerId="AD" clId="Web-{30A3005F-6CBB-F140-B75D-3ADC29268739}" dt="2026-03-18T02:00:25.637" v="249"/>
          <ac:spMkLst>
            <pc:docMk/>
            <pc:sldMk cId="1723121550" sldId="257"/>
            <ac:spMk id="2" creationId="{AF1CC95C-34F4-39F4-EB52-EE488CBA06CC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02:00:25.637" v="249"/>
          <ac:spMkLst>
            <pc:docMk/>
            <pc:sldMk cId="1723121550" sldId="257"/>
            <ac:spMk id="3" creationId="{CDF7A0FA-8311-CFCA-6876-80DB415F37BA}"/>
          </ac:spMkLst>
        </pc:spChg>
        <pc:spChg chg="add del mod ord">
          <ac:chgData name="Tyson Stewart" userId="S::z2039957@students.niu.edu::8e2b140b-85bc-4b41-b8fc-f7a99c36e0e2" providerId="AD" clId="Web-{30A3005F-6CBB-F140-B75D-3ADC29268739}" dt="2026-03-18T01:32:52.104" v="88"/>
          <ac:spMkLst>
            <pc:docMk/>
            <pc:sldMk cId="1723121550" sldId="257"/>
            <ac:spMk id="4" creationId="{FDBF702C-8495-017C-55F9-5F152BD5E955}"/>
          </ac:spMkLst>
        </pc:spChg>
        <pc:picChg chg="add mod">
          <ac:chgData name="Tyson Stewart" userId="S::z2039957@students.niu.edu::8e2b140b-85bc-4b41-b8fc-f7a99c36e0e2" providerId="AD" clId="Web-{30A3005F-6CBB-F140-B75D-3ADC29268739}" dt="2026-03-18T02:00:55.059" v="257" actId="1076"/>
          <ac:picMkLst>
            <pc:docMk/>
            <pc:sldMk cId="1723121550" sldId="257"/>
            <ac:picMk id="4" creationId="{EA55578C-C190-32EF-8B5B-F6610213BD80}"/>
          </ac:picMkLst>
        </pc:picChg>
        <pc:picChg chg="add mod ord">
          <ac:chgData name="Tyson Stewart" userId="S::z2039957@students.niu.edu::8e2b140b-85bc-4b41-b8fc-f7a99c36e0e2" providerId="AD" clId="Web-{30A3005F-6CBB-F140-B75D-3ADC29268739}" dt="2026-03-18T02:00:51.090" v="256" actId="1076"/>
          <ac:picMkLst>
            <pc:docMk/>
            <pc:sldMk cId="1723121550" sldId="257"/>
            <ac:picMk id="5" creationId="{2AA7B5C4-089A-143B-DCDF-E4AE94130A6E}"/>
          </ac:picMkLst>
        </pc:picChg>
        <pc:picChg chg="add mod">
          <ac:chgData name="Tyson Stewart" userId="S::z2039957@students.niu.edu::8e2b140b-85bc-4b41-b8fc-f7a99c36e0e2" providerId="AD" clId="Web-{30A3005F-6CBB-F140-B75D-3ADC29268739}" dt="2026-03-18T02:00:48.762" v="255" actId="1076"/>
          <ac:picMkLst>
            <pc:docMk/>
            <pc:sldMk cId="1723121550" sldId="257"/>
            <ac:picMk id="6" creationId="{716248FC-A771-04DC-EE89-D36E4B9BC2C8}"/>
          </ac:picMkLst>
        </pc:picChg>
      </pc:sldChg>
      <pc:sldChg chg="addSp delSp modSp new mod setBg modClrScheme delDesignElem chgLayout">
        <pc:chgData name="Tyson Stewart" userId="S::z2039957@students.niu.edu::8e2b140b-85bc-4b41-b8fc-f7a99c36e0e2" providerId="AD" clId="Web-{30A3005F-6CBB-F140-B75D-3ADC29268739}" dt="2026-03-18T02:01:32.199" v="263" actId="1076"/>
        <pc:sldMkLst>
          <pc:docMk/>
          <pc:sldMk cId="2486702103" sldId="258"/>
        </pc:sldMkLst>
        <pc:spChg chg="mod ord">
          <ac:chgData name="Tyson Stewart" userId="S::z2039957@students.niu.edu::8e2b140b-85bc-4b41-b8fc-f7a99c36e0e2" providerId="AD" clId="Web-{30A3005F-6CBB-F140-B75D-3ADC29268739}" dt="2026-03-18T02:01:32.199" v="263" actId="1076"/>
          <ac:spMkLst>
            <pc:docMk/>
            <pc:sldMk cId="2486702103" sldId="258"/>
            <ac:spMk id="2" creationId="{686CF148-0777-1B1F-A2B4-A7F5D07FDC2E}"/>
          </ac:spMkLst>
        </pc:spChg>
        <pc:spChg chg="del">
          <ac:chgData name="Tyson Stewart" userId="S::z2039957@students.niu.edu::8e2b140b-85bc-4b41-b8fc-f7a99c36e0e2" providerId="AD" clId="Web-{30A3005F-6CBB-F140-B75D-3ADC29268739}" dt="2026-03-18T01:57:24.856" v="215"/>
          <ac:spMkLst>
            <pc:docMk/>
            <pc:sldMk cId="2486702103" sldId="258"/>
            <ac:spMk id="3" creationId="{23C7FFB2-3251-F1EF-62B4-F5EFB21DA29F}"/>
          </ac:spMkLst>
        </pc:spChg>
        <pc:spChg chg="del">
          <ac:chgData name="Tyson Stewart" userId="S::z2039957@students.niu.edu::8e2b140b-85bc-4b41-b8fc-f7a99c36e0e2" providerId="AD" clId="Web-{30A3005F-6CBB-F140-B75D-3ADC29268739}" dt="2026-03-18T01:57:24.856" v="215"/>
          <ac:spMkLst>
            <pc:docMk/>
            <pc:sldMk cId="2486702103" sldId="258"/>
            <ac:spMk id="4" creationId="{D2BFAA28-ED8F-30E1-1CBE-1FDBE9977A9B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1:10.918" v="259"/>
          <ac:spMkLst>
            <pc:docMk/>
            <pc:sldMk cId="2486702103" sldId="258"/>
            <ac:spMk id="5" creationId="{E6F425BC-73FC-24D0-CF22-D264AA8E5900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1:10.918" v="259"/>
          <ac:spMkLst>
            <pc:docMk/>
            <pc:sldMk cId="2486702103" sldId="258"/>
            <ac:spMk id="6" creationId="{067EA1A6-1A17-D8F2-150A-CCF64BC1CCE3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7" creationId="{0E30439A-8A5B-46EC-8283-9B6B031D40D0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1:10.918" v="259"/>
          <ac:spMkLst>
            <pc:docMk/>
            <pc:sldMk cId="2486702103" sldId="258"/>
            <ac:spMk id="8" creationId="{17862BCD-C145-7760-6D74-9AE3540A5917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9" creationId="{5CEAD642-85CF-4750-8432-7C80C901F001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1:10.918" v="259"/>
          <ac:spMkLst>
            <pc:docMk/>
            <pc:sldMk cId="2486702103" sldId="258"/>
            <ac:spMk id="10" creationId="{18B4516C-7D6C-EB99-8863-FCE0307544B5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11" creationId="{FA33EEAE-15D5-4119-8C1E-89D943F911EF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1:14.434" v="261"/>
          <ac:spMkLst>
            <pc:docMk/>
            <pc:sldMk cId="2486702103" sldId="258"/>
            <ac:spMk id="12" creationId="{156A7D96-89C5-AB13-2B5C-5FCB195043B4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13" creationId="{730D8B3B-9B80-4025-B934-26DC7D7CD231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0.918" v="260"/>
          <ac:spMkLst>
            <pc:docMk/>
            <pc:sldMk cId="2486702103" sldId="258"/>
            <ac:spMk id="14" creationId="{FBE6C43A-10F3-8DB7-ED64-BA8F06DC8175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15" creationId="{B5A1B09C-1565-46F8-B70F-621C5EB48A09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0.918" v="260"/>
          <ac:spMkLst>
            <pc:docMk/>
            <pc:sldMk cId="2486702103" sldId="258"/>
            <ac:spMk id="16" creationId="{A5213334-3545-C95A-657A-3E8E674C1B11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17" creationId="{8C516CC8-80AC-446C-A56E-9F54B7210402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02:01:10.918" v="260"/>
          <ac:spMkLst>
            <pc:docMk/>
            <pc:sldMk cId="2486702103" sldId="258"/>
            <ac:spMk id="18" creationId="{D83F360A-AEBE-3C32-CD84-528F974A5C29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01:57:55.950" v="228"/>
          <ac:spMkLst>
            <pc:docMk/>
            <pc:sldMk cId="2486702103" sldId="258"/>
            <ac:spMk id="19" creationId="{53947E58-F088-49F1-A3D1-DEA690192E84}"/>
          </ac:spMkLst>
        </pc:spChg>
      </pc:sldChg>
      <pc:sldChg chg="addSp delSp modSp new mod modClrScheme chgLayout">
        <pc:chgData name="Tyson Stewart" userId="S::z2039957@students.niu.edu::8e2b140b-85bc-4b41-b8fc-f7a99c36e0e2" providerId="AD" clId="Web-{30A3005F-6CBB-F140-B75D-3ADC29268739}" dt="2026-03-18T02:07:14.746" v="530" actId="1076"/>
        <pc:sldMkLst>
          <pc:docMk/>
          <pc:sldMk cId="4129306535" sldId="259"/>
        </pc:sldMkLst>
        <pc:spChg chg="mod ord">
          <ac:chgData name="Tyson Stewart" userId="S::z2039957@students.niu.edu::8e2b140b-85bc-4b41-b8fc-f7a99c36e0e2" providerId="AD" clId="Web-{30A3005F-6CBB-F140-B75D-3ADC29268739}" dt="2026-03-18T02:05:17.339" v="405"/>
          <ac:spMkLst>
            <pc:docMk/>
            <pc:sldMk cId="4129306535" sldId="259"/>
            <ac:spMk id="2" creationId="{703AF16B-E039-900E-9BA0-01E1E0742847}"/>
          </ac:spMkLst>
        </pc:spChg>
        <pc:spChg chg="add del mod ord">
          <ac:chgData name="Tyson Stewart" userId="S::z2039957@students.niu.edu::8e2b140b-85bc-4b41-b8fc-f7a99c36e0e2" providerId="AD" clId="Web-{30A3005F-6CBB-F140-B75D-3ADC29268739}" dt="2026-03-18T02:07:07.167" v="527" actId="1076"/>
          <ac:spMkLst>
            <pc:docMk/>
            <pc:sldMk cId="4129306535" sldId="259"/>
            <ac:spMk id="3" creationId="{715C6C58-1A1C-CACD-D6DE-1C6AFAC14B14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02:05:17.339" v="405"/>
          <ac:spMkLst>
            <pc:docMk/>
            <pc:sldMk cId="4129306535" sldId="259"/>
            <ac:spMk id="4" creationId="{FF47F59B-7668-DBA1-AF66-35E7E620BC39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02:05:17.339" v="405"/>
          <ac:spMkLst>
            <pc:docMk/>
            <pc:sldMk cId="4129306535" sldId="259"/>
            <ac:spMk id="5" creationId="{8BF8C753-20E6-94C1-0FCC-C9C02A584CD6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02:05:17.339" v="405"/>
          <ac:spMkLst>
            <pc:docMk/>
            <pc:sldMk cId="4129306535" sldId="259"/>
            <ac:spMk id="6" creationId="{122A47AA-3C55-F5DC-DF12-72A10D3A5229}"/>
          </ac:spMkLst>
        </pc:spChg>
        <pc:spChg chg="add del mod ord">
          <ac:chgData name="Tyson Stewart" userId="S::z2039957@students.niu.edu::8e2b140b-85bc-4b41-b8fc-f7a99c36e0e2" providerId="AD" clId="Web-{30A3005F-6CBB-F140-B75D-3ADC29268739}" dt="2026-03-18T02:04:12.590" v="356"/>
          <ac:spMkLst>
            <pc:docMk/>
            <pc:sldMk cId="4129306535" sldId="259"/>
            <ac:spMk id="7" creationId="{6AD215DE-522B-F27B-8010-00BF2E380B03}"/>
          </ac:spMkLst>
        </pc:spChg>
        <pc:spChg chg="add del mod">
          <ac:chgData name="Tyson Stewart" userId="S::z2039957@students.niu.edu::8e2b140b-85bc-4b41-b8fc-f7a99c36e0e2" providerId="AD" clId="Web-{30A3005F-6CBB-F140-B75D-3ADC29268739}" dt="2026-03-18T02:05:17.339" v="405"/>
          <ac:spMkLst>
            <pc:docMk/>
            <pc:sldMk cId="4129306535" sldId="259"/>
            <ac:spMk id="12" creationId="{18F275CA-D428-9ADA-7D1D-49409478465F}"/>
          </ac:spMkLst>
        </pc:spChg>
        <pc:graphicFrameChg chg="add del mod">
          <ac:chgData name="Tyson Stewart" userId="S::z2039957@students.niu.edu::8e2b140b-85bc-4b41-b8fc-f7a99c36e0e2" providerId="AD" clId="Web-{30A3005F-6CBB-F140-B75D-3ADC29268739}" dt="2026-03-18T02:05:17.339" v="405"/>
          <ac:graphicFrameMkLst>
            <pc:docMk/>
            <pc:sldMk cId="4129306535" sldId="259"/>
            <ac:graphicFrameMk id="8" creationId="{361AB928-932B-D1D9-77E6-EA5A0A2F6BFB}"/>
          </ac:graphicFrameMkLst>
        </pc:graphicFrameChg>
        <pc:picChg chg="add mod">
          <ac:chgData name="Tyson Stewart" userId="S::z2039957@students.niu.edu::8e2b140b-85bc-4b41-b8fc-f7a99c36e0e2" providerId="AD" clId="Web-{30A3005F-6CBB-F140-B75D-3ADC29268739}" dt="2026-03-18T02:07:14.746" v="530" actId="1076"/>
          <ac:picMkLst>
            <pc:docMk/>
            <pc:sldMk cId="4129306535" sldId="259"/>
            <ac:picMk id="17" creationId="{4F7989D4-77A6-CA90-863C-4A697C030A1F}"/>
          </ac:picMkLst>
        </pc:picChg>
      </pc:sldChg>
      <pc:sldChg chg="delSp modSp add replId">
        <pc:chgData name="Tyson Stewart" userId="S::z2039957@students.niu.edu::8e2b140b-85bc-4b41-b8fc-f7a99c36e0e2" providerId="AD" clId="Web-{30A3005F-6CBB-F140-B75D-3ADC29268739}" dt="2026-03-18T13:11:01.536" v="1090" actId="20577"/>
        <pc:sldMkLst>
          <pc:docMk/>
          <pc:sldMk cId="947747907" sldId="260"/>
        </pc:sldMkLst>
        <pc:spChg chg="mod">
          <ac:chgData name="Tyson Stewart" userId="S::z2039957@students.niu.edu::8e2b140b-85bc-4b41-b8fc-f7a99c36e0e2" providerId="AD" clId="Web-{30A3005F-6CBB-F140-B75D-3ADC29268739}" dt="2026-03-18T02:08:18.589" v="537" actId="20577"/>
          <ac:spMkLst>
            <pc:docMk/>
            <pc:sldMk cId="947747907" sldId="260"/>
            <ac:spMk id="2" creationId="{685DAE42-1D83-2357-EAD2-84962CA5C207}"/>
          </ac:spMkLst>
        </pc:spChg>
        <pc:spChg chg="mod">
          <ac:chgData name="Tyson Stewart" userId="S::z2039957@students.niu.edu::8e2b140b-85bc-4b41-b8fc-f7a99c36e0e2" providerId="AD" clId="Web-{30A3005F-6CBB-F140-B75D-3ADC29268739}" dt="2026-03-18T13:11:01.536" v="1090" actId="20577"/>
          <ac:spMkLst>
            <pc:docMk/>
            <pc:sldMk cId="947747907" sldId="260"/>
            <ac:spMk id="3" creationId="{79742EE7-8562-5CB6-D313-13631623009E}"/>
          </ac:spMkLst>
        </pc:spChg>
        <pc:picChg chg="del">
          <ac:chgData name="Tyson Stewart" userId="S::z2039957@students.niu.edu::8e2b140b-85bc-4b41-b8fc-f7a99c36e0e2" providerId="AD" clId="Web-{30A3005F-6CBB-F140-B75D-3ADC29268739}" dt="2026-03-18T02:07:31.714" v="533"/>
          <ac:picMkLst>
            <pc:docMk/>
            <pc:sldMk cId="947747907" sldId="260"/>
            <ac:picMk id="17" creationId="{203138FB-9C35-9065-C0BF-54A46C7B3D65}"/>
          </ac:picMkLst>
        </pc:picChg>
      </pc:sldChg>
      <pc:sldChg chg="modSp new del">
        <pc:chgData name="Tyson Stewart" userId="S::z2039957@students.niu.edu::8e2b140b-85bc-4b41-b8fc-f7a99c36e0e2" providerId="AD" clId="Web-{30A3005F-6CBB-F140-B75D-3ADC29268739}" dt="2026-03-18T02:13:49.493" v="899"/>
        <pc:sldMkLst>
          <pc:docMk/>
          <pc:sldMk cId="254873979" sldId="261"/>
        </pc:sldMkLst>
        <pc:spChg chg="mod">
          <ac:chgData name="Tyson Stewart" userId="S::z2039957@students.niu.edu::8e2b140b-85bc-4b41-b8fc-f7a99c36e0e2" providerId="AD" clId="Web-{30A3005F-6CBB-F140-B75D-3ADC29268739}" dt="2026-03-18T02:13:43.024" v="896" actId="20577"/>
          <ac:spMkLst>
            <pc:docMk/>
            <pc:sldMk cId="254873979" sldId="261"/>
            <ac:spMk id="2" creationId="{A53C9E54-9496-5FC9-5883-DD5CBD829737}"/>
          </ac:spMkLst>
        </pc:spChg>
      </pc:sldChg>
      <pc:sldChg chg="modSp add ord replId">
        <pc:chgData name="Tyson Stewart" userId="S::z2039957@students.niu.edu::8e2b140b-85bc-4b41-b8fc-f7a99c36e0e2" providerId="AD" clId="Web-{30A3005F-6CBB-F140-B75D-3ADC29268739}" dt="2026-03-18T02:13:35.712" v="882" actId="20577"/>
        <pc:sldMkLst>
          <pc:docMk/>
          <pc:sldMk cId="2369089187" sldId="262"/>
        </pc:sldMkLst>
        <pc:spChg chg="mod">
          <ac:chgData name="Tyson Stewart" userId="S::z2039957@students.niu.edu::8e2b140b-85bc-4b41-b8fc-f7a99c36e0e2" providerId="AD" clId="Web-{30A3005F-6CBB-F140-B75D-3ADC29268739}" dt="2026-03-18T02:13:35.712" v="882" actId="20577"/>
          <ac:spMkLst>
            <pc:docMk/>
            <pc:sldMk cId="2369089187" sldId="262"/>
            <ac:spMk id="2" creationId="{8EF6A898-FFE1-A31C-5130-CE2D3E507448}"/>
          </ac:spMkLst>
        </pc:spChg>
      </pc:sldChg>
      <pc:sldChg chg="addSp delSp modSp add mod ord replId modClrScheme chgLayout">
        <pc:chgData name="Tyson Stewart" userId="S::z2039957@students.niu.edu::8e2b140b-85bc-4b41-b8fc-f7a99c36e0e2" providerId="AD" clId="Web-{30A3005F-6CBB-F140-B75D-3ADC29268739}" dt="2026-03-18T13:02:31.455" v="1083" actId="1076"/>
        <pc:sldMkLst>
          <pc:docMk/>
          <pc:sldMk cId="1050969677" sldId="263"/>
        </pc:sldMkLst>
        <pc:spChg chg="mod ord">
          <ac:chgData name="Tyson Stewart" userId="S::z2039957@students.niu.edu::8e2b140b-85bc-4b41-b8fc-f7a99c36e0e2" providerId="AD" clId="Web-{30A3005F-6CBB-F140-B75D-3ADC29268739}" dt="2026-03-18T12:57:42.358" v="983"/>
          <ac:spMkLst>
            <pc:docMk/>
            <pc:sldMk cId="1050969677" sldId="263"/>
            <ac:spMk id="2" creationId="{15F88CB6-7B83-2FB9-D173-CBAC3BED6FF2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13:00:19.354" v="1073" actId="20577"/>
          <ac:spMkLst>
            <pc:docMk/>
            <pc:sldMk cId="1050969677" sldId="263"/>
            <ac:spMk id="3" creationId="{2040AD40-E266-65BE-183F-CA0D7B5DE412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12:57:42.358" v="983"/>
          <ac:spMkLst>
            <pc:docMk/>
            <pc:sldMk cId="1050969677" sldId="263"/>
            <ac:spMk id="4" creationId="{1F630315-11B7-400D-5FA0-B0116403E9A9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12:57:42.358" v="983"/>
          <ac:spMkLst>
            <pc:docMk/>
            <pc:sldMk cId="1050969677" sldId="263"/>
            <ac:spMk id="5" creationId="{8F0C57A4-6EC2-DFF4-2013-0FA466ACA432}"/>
          </ac:spMkLst>
        </pc:spChg>
        <pc:spChg chg="mod ord">
          <ac:chgData name="Tyson Stewart" userId="S::z2039957@students.niu.edu::8e2b140b-85bc-4b41-b8fc-f7a99c36e0e2" providerId="AD" clId="Web-{30A3005F-6CBB-F140-B75D-3ADC29268739}" dt="2026-03-18T12:57:42.358" v="983"/>
          <ac:spMkLst>
            <pc:docMk/>
            <pc:sldMk cId="1050969677" sldId="263"/>
            <ac:spMk id="6" creationId="{FA19C137-B67A-8CF7-EC89-E8447436AD09}"/>
          </ac:spMkLst>
        </pc:spChg>
        <pc:spChg chg="add del mod ord">
          <ac:chgData name="Tyson Stewart" userId="S::z2039957@students.niu.edu::8e2b140b-85bc-4b41-b8fc-f7a99c36e0e2" providerId="AD" clId="Web-{30A3005F-6CBB-F140-B75D-3ADC29268739}" dt="2026-03-18T13:00:31.761" v="1074"/>
          <ac:spMkLst>
            <pc:docMk/>
            <pc:sldMk cId="1050969677" sldId="263"/>
            <ac:spMk id="7" creationId="{CEBC00E6-4FA1-F1EB-B356-5D6831BB2ADC}"/>
          </ac:spMkLst>
        </pc:spChg>
        <pc:picChg chg="add mod ord">
          <ac:chgData name="Tyson Stewart" userId="S::z2039957@students.niu.edu::8e2b140b-85bc-4b41-b8fc-f7a99c36e0e2" providerId="AD" clId="Web-{30A3005F-6CBB-F140-B75D-3ADC29268739}" dt="2026-03-18T13:02:13.532" v="1077" actId="1076"/>
          <ac:picMkLst>
            <pc:docMk/>
            <pc:sldMk cId="1050969677" sldId="263"/>
            <ac:picMk id="8" creationId="{E60302E8-9D57-CCDC-5A80-4EC5E85DAC13}"/>
          </ac:picMkLst>
        </pc:picChg>
        <pc:picChg chg="add mod">
          <ac:chgData name="Tyson Stewart" userId="S::z2039957@students.niu.edu::8e2b140b-85bc-4b41-b8fc-f7a99c36e0e2" providerId="AD" clId="Web-{30A3005F-6CBB-F140-B75D-3ADC29268739}" dt="2026-03-18T13:02:31.455" v="1083" actId="1076"/>
          <ac:picMkLst>
            <pc:docMk/>
            <pc:sldMk cId="1050969677" sldId="263"/>
            <ac:picMk id="9" creationId="{AE4983D5-6230-69A1-71BD-AA0473930D58}"/>
          </ac:picMkLst>
        </pc:picChg>
        <pc:picChg chg="del">
          <ac:chgData name="Tyson Stewart" userId="S::z2039957@students.niu.edu::8e2b140b-85bc-4b41-b8fc-f7a99c36e0e2" providerId="AD" clId="Web-{30A3005F-6CBB-F140-B75D-3ADC29268739}" dt="2026-03-18T02:13:59.665" v="901"/>
          <ac:picMkLst>
            <pc:docMk/>
            <pc:sldMk cId="1050969677" sldId="263"/>
            <ac:picMk id="17" creationId="{72B93F85-2704-431D-E279-A1D8CE5B5B89}"/>
          </ac:picMkLst>
        </pc:picChg>
      </pc:sldChg>
      <pc:sldChg chg="modSp add ord replId">
        <pc:chgData name="Tyson Stewart" userId="S::z2039957@students.niu.edu::8e2b140b-85bc-4b41-b8fc-f7a99c36e0e2" providerId="AD" clId="Web-{30A3005F-6CBB-F140-B75D-3ADC29268739}" dt="2026-03-18T02:25:08.007" v="923" actId="20577"/>
        <pc:sldMkLst>
          <pc:docMk/>
          <pc:sldMk cId="1103800488" sldId="264"/>
        </pc:sldMkLst>
        <pc:spChg chg="mod">
          <ac:chgData name="Tyson Stewart" userId="S::z2039957@students.niu.edu::8e2b140b-85bc-4b41-b8fc-f7a99c36e0e2" providerId="AD" clId="Web-{30A3005F-6CBB-F140-B75D-3ADC29268739}" dt="2026-03-18T02:25:08.007" v="923" actId="20577"/>
          <ac:spMkLst>
            <pc:docMk/>
            <pc:sldMk cId="1103800488" sldId="264"/>
            <ac:spMk id="2" creationId="{9D25D86D-EF31-34E6-3EFC-B11DAA4807AB}"/>
          </ac:spMkLst>
        </pc:spChg>
      </pc:sldChg>
      <pc:sldChg chg="modSp add replId">
        <pc:chgData name="Tyson Stewart" userId="S::z2039957@students.niu.edu::8e2b140b-85bc-4b41-b8fc-f7a99c36e0e2" providerId="AD" clId="Web-{30A3005F-6CBB-F140-B75D-3ADC29268739}" dt="2026-03-18T02:25:17.257" v="933" actId="20577"/>
        <pc:sldMkLst>
          <pc:docMk/>
          <pc:sldMk cId="2306258789" sldId="265"/>
        </pc:sldMkLst>
        <pc:spChg chg="mod">
          <ac:chgData name="Tyson Stewart" userId="S::z2039957@students.niu.edu::8e2b140b-85bc-4b41-b8fc-f7a99c36e0e2" providerId="AD" clId="Web-{30A3005F-6CBB-F140-B75D-3ADC29268739}" dt="2026-03-18T02:25:17.257" v="933" actId="20577"/>
          <ac:spMkLst>
            <pc:docMk/>
            <pc:sldMk cId="2306258789" sldId="265"/>
            <ac:spMk id="2" creationId="{25E5A82B-A056-5F6A-94AE-415D44A033D7}"/>
          </ac:spMkLst>
        </pc:spChg>
      </pc:sldChg>
      <pc:sldChg chg="addSp delSp modSp new mod modClrScheme chgLayout">
        <pc:chgData name="Tyson Stewart" userId="S::z2039957@students.niu.edu::8e2b140b-85bc-4b41-b8fc-f7a99c36e0e2" providerId="AD" clId="Web-{30A3005F-6CBB-F140-B75D-3ADC29268739}" dt="2026-03-18T12:40:54.035" v="977"/>
        <pc:sldMkLst>
          <pc:docMk/>
          <pc:sldMk cId="192428836" sldId="266"/>
        </pc:sldMkLst>
        <pc:spChg chg="del">
          <ac:chgData name="Tyson Stewart" userId="S::z2039957@students.niu.edu::8e2b140b-85bc-4b41-b8fc-f7a99c36e0e2" providerId="AD" clId="Web-{30A3005F-6CBB-F140-B75D-3ADC29268739}" dt="2026-03-18T12:38:20.585" v="935"/>
          <ac:spMkLst>
            <pc:docMk/>
            <pc:sldMk cId="192428836" sldId="266"/>
            <ac:spMk id="2" creationId="{E000993F-8D78-453E-0DB7-38495C093A5D}"/>
          </ac:spMkLst>
        </pc:spChg>
        <pc:spChg chg="del">
          <ac:chgData name="Tyson Stewart" userId="S::z2039957@students.niu.edu::8e2b140b-85bc-4b41-b8fc-f7a99c36e0e2" providerId="AD" clId="Web-{30A3005F-6CBB-F140-B75D-3ADC29268739}" dt="2026-03-18T12:38:25.180" v="936"/>
          <ac:spMkLst>
            <pc:docMk/>
            <pc:sldMk cId="192428836" sldId="266"/>
            <ac:spMk id="3" creationId="{715819A6-EA6F-DB0A-1F1B-3AD1F45E2FB5}"/>
          </ac:spMkLst>
        </pc:spChg>
        <pc:spChg chg="mod">
          <ac:chgData name="Tyson Stewart" userId="S::z2039957@students.niu.edu::8e2b140b-85bc-4b41-b8fc-f7a99c36e0e2" providerId="AD" clId="Web-{30A3005F-6CBB-F140-B75D-3ADC29268739}" dt="2026-03-18T12:39:14.654" v="944"/>
          <ac:spMkLst>
            <pc:docMk/>
            <pc:sldMk cId="192428836" sldId="266"/>
            <ac:spMk id="4" creationId="{07867303-8B81-0FBA-EC8A-2437554FEAE0}"/>
          </ac:spMkLst>
        </pc:spChg>
        <pc:spChg chg="mod">
          <ac:chgData name="Tyson Stewart" userId="S::z2039957@students.niu.edu::8e2b140b-85bc-4b41-b8fc-f7a99c36e0e2" providerId="AD" clId="Web-{30A3005F-6CBB-F140-B75D-3ADC29268739}" dt="2026-03-18T12:39:14.654" v="944"/>
          <ac:spMkLst>
            <pc:docMk/>
            <pc:sldMk cId="192428836" sldId="266"/>
            <ac:spMk id="5" creationId="{AFE4DD6F-C2FF-F277-4EF8-650904F657AD}"/>
          </ac:spMkLst>
        </pc:spChg>
        <pc:spChg chg="mod">
          <ac:chgData name="Tyson Stewart" userId="S::z2039957@students.niu.edu::8e2b140b-85bc-4b41-b8fc-f7a99c36e0e2" providerId="AD" clId="Web-{30A3005F-6CBB-F140-B75D-3ADC29268739}" dt="2026-03-18T12:39:14.654" v="944"/>
          <ac:spMkLst>
            <pc:docMk/>
            <pc:sldMk cId="192428836" sldId="266"/>
            <ac:spMk id="6" creationId="{DED4D2BA-FF07-AE56-3FDB-293A64D879B1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2:39:25.202" v="954" actId="20577"/>
          <ac:spMkLst>
            <pc:docMk/>
            <pc:sldMk cId="192428836" sldId="266"/>
            <ac:spMk id="16" creationId="{90131E81-9D0C-B041-759B-CF6081A40E54}"/>
          </ac:spMkLst>
        </pc:spChg>
        <pc:graphicFrameChg chg="add del mod">
          <ac:chgData name="Tyson Stewart" userId="S::z2039957@students.niu.edu::8e2b140b-85bc-4b41-b8fc-f7a99c36e0e2" providerId="AD" clId="Web-{30A3005F-6CBB-F140-B75D-3ADC29268739}" dt="2026-03-18T12:38:54.949" v="940"/>
          <ac:graphicFrameMkLst>
            <pc:docMk/>
            <pc:sldMk cId="192428836" sldId="266"/>
            <ac:graphicFrameMk id="9" creationId="{8282FA2F-EB40-F98B-EA34-5AF716963DD6}"/>
          </ac:graphicFrameMkLst>
        </pc:graphicFrameChg>
        <pc:graphicFrameChg chg="add mod modGraphic">
          <ac:chgData name="Tyson Stewart" userId="S::z2039957@students.niu.edu::8e2b140b-85bc-4b41-b8fc-f7a99c36e0e2" providerId="AD" clId="Web-{30A3005F-6CBB-F140-B75D-3ADC29268739}" dt="2026-03-18T12:40:54.035" v="977"/>
          <ac:graphicFrameMkLst>
            <pc:docMk/>
            <pc:sldMk cId="192428836" sldId="266"/>
            <ac:graphicFrameMk id="11" creationId="{BE07113D-0AC2-5621-1C88-C2976365383A}"/>
          </ac:graphicFrameMkLst>
        </pc:graphicFrameChg>
        <pc:picChg chg="add del mod">
          <ac:chgData name="Tyson Stewart" userId="S::z2039957@students.niu.edu::8e2b140b-85bc-4b41-b8fc-f7a99c36e0e2" providerId="AD" clId="Web-{30A3005F-6CBB-F140-B75D-3ADC29268739}" dt="2026-03-18T12:38:55.949" v="941"/>
          <ac:picMkLst>
            <pc:docMk/>
            <pc:sldMk cId="192428836" sldId="266"/>
            <ac:picMk id="7" creationId="{CF730E40-D1A1-A669-1145-DE64C55EEE84}"/>
          </ac:picMkLst>
        </pc:picChg>
      </pc:sldChg>
      <pc:sldChg chg="addSp delSp modSp new">
        <pc:chgData name="Tyson Stewart" userId="S::z2039957@students.niu.edu::8e2b140b-85bc-4b41-b8fc-f7a99c36e0e2" providerId="AD" clId="Web-{30A3005F-6CBB-F140-B75D-3ADC29268739}" dt="2026-03-18T13:55:31.052" v="1149" actId="1076"/>
        <pc:sldMkLst>
          <pc:docMk/>
          <pc:sldMk cId="2648519084" sldId="267"/>
        </pc:sldMkLst>
        <pc:spChg chg="del">
          <ac:chgData name="Tyson Stewart" userId="S::z2039957@students.niu.edu::8e2b140b-85bc-4b41-b8fc-f7a99c36e0e2" providerId="AD" clId="Web-{30A3005F-6CBB-F140-B75D-3ADC29268739}" dt="2026-03-18T13:50:13.176" v="1091"/>
          <ac:spMkLst>
            <pc:docMk/>
            <pc:sldMk cId="2648519084" sldId="267"/>
            <ac:spMk id="2" creationId="{4E016144-7B03-C9EF-9EE4-4E0655FC119D}"/>
          </ac:spMkLst>
        </pc:spChg>
        <pc:spChg chg="del">
          <ac:chgData name="Tyson Stewart" userId="S::z2039957@students.niu.edu::8e2b140b-85bc-4b41-b8fc-f7a99c36e0e2" providerId="AD" clId="Web-{30A3005F-6CBB-F140-B75D-3ADC29268739}" dt="2026-03-18T13:50:19.394" v="1092"/>
          <ac:spMkLst>
            <pc:docMk/>
            <pc:sldMk cId="2648519084" sldId="267"/>
            <ac:spMk id="3" creationId="{3AB07A58-DCD1-AD16-E8F6-C33FC5EA216E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1:10.239" v="1100"/>
          <ac:spMkLst>
            <pc:docMk/>
            <pc:sldMk cId="2648519084" sldId="267"/>
            <ac:spMk id="9" creationId="{DAEB0AC2-0FE1-9758-830E-6CB92E9D0C1C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4:31.068" v="1138" actId="1076"/>
          <ac:spMkLst>
            <pc:docMk/>
            <pc:sldMk cId="2648519084" sldId="267"/>
            <ac:spMk id="10" creationId="{C3B4AF88-0458-5E3D-8B27-D64718FECEFD}"/>
          </ac:spMkLst>
        </pc:spChg>
        <pc:spChg chg="add del">
          <ac:chgData name="Tyson Stewart" userId="S::z2039957@students.niu.edu::8e2b140b-85bc-4b41-b8fc-f7a99c36e0e2" providerId="AD" clId="Web-{30A3005F-6CBB-F140-B75D-3ADC29268739}" dt="2026-03-18T13:51:37.020" v="1106"/>
          <ac:spMkLst>
            <pc:docMk/>
            <pc:sldMk cId="2648519084" sldId="267"/>
            <ac:spMk id="11" creationId="{5382853E-4E48-E489-5373-1423A9A194FC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4:36.505" v="1139" actId="1076"/>
          <ac:spMkLst>
            <pc:docMk/>
            <pc:sldMk cId="2648519084" sldId="267"/>
            <ac:spMk id="13" creationId="{DAFC9BE6-7966-40E7-9E22-024F874B461C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4:41.380" v="1140" actId="1076"/>
          <ac:spMkLst>
            <pc:docMk/>
            <pc:sldMk cId="2648519084" sldId="267"/>
            <ac:spMk id="14" creationId="{87C57045-128C-9222-3685-84127101989C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4:43.974" v="1141" actId="1076"/>
          <ac:spMkLst>
            <pc:docMk/>
            <pc:sldMk cId="2648519084" sldId="267"/>
            <ac:spMk id="15" creationId="{91CF8BB2-A238-1CE2-C072-2EFC5D7AE8AB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4:58.755" v="1143" actId="1076"/>
          <ac:spMkLst>
            <pc:docMk/>
            <pc:sldMk cId="2648519084" sldId="267"/>
            <ac:spMk id="16" creationId="{9FC37EDB-3D0C-1136-9811-9ED6ECEBDA61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5:07.583" v="1145" actId="1076"/>
          <ac:spMkLst>
            <pc:docMk/>
            <pc:sldMk cId="2648519084" sldId="267"/>
            <ac:spMk id="17" creationId="{C81DFAF9-0FA8-D09C-30C5-847D9532863D}"/>
          </ac:spMkLst>
        </pc:spChg>
        <pc:spChg chg="add mod">
          <ac:chgData name="Tyson Stewart" userId="S::z2039957@students.niu.edu::8e2b140b-85bc-4b41-b8fc-f7a99c36e0e2" providerId="AD" clId="Web-{30A3005F-6CBB-F140-B75D-3ADC29268739}" dt="2026-03-18T13:55:31.052" v="1149" actId="1076"/>
          <ac:spMkLst>
            <pc:docMk/>
            <pc:sldMk cId="2648519084" sldId="267"/>
            <ac:spMk id="18" creationId="{1807B985-5CD5-B100-238C-4E377BFD85D5}"/>
          </ac:spMkLst>
        </pc:spChg>
        <pc:picChg chg="add del mod">
          <ac:chgData name="Tyson Stewart" userId="S::z2039957@students.niu.edu::8e2b140b-85bc-4b41-b8fc-f7a99c36e0e2" providerId="AD" clId="Web-{30A3005F-6CBB-F140-B75D-3ADC29268739}" dt="2026-03-18T13:50:26.410" v="1094"/>
          <ac:picMkLst>
            <pc:docMk/>
            <pc:sldMk cId="2648519084" sldId="267"/>
            <ac:picMk id="7" creationId="{D6E0EF3C-56DC-F371-4AE3-D1885A7F2643}"/>
          </ac:picMkLst>
        </pc:picChg>
        <pc:picChg chg="add mod">
          <ac:chgData name="Tyson Stewart" userId="S::z2039957@students.niu.edu::8e2b140b-85bc-4b41-b8fc-f7a99c36e0e2" providerId="AD" clId="Web-{30A3005F-6CBB-F140-B75D-3ADC29268739}" dt="2026-03-18T13:50:40.395" v="1095"/>
          <ac:picMkLst>
            <pc:docMk/>
            <pc:sldMk cId="2648519084" sldId="267"/>
            <ac:picMk id="8" creationId="{41C84FEF-F4C1-3C73-2BAB-C93DAA98A4B5}"/>
          </ac:picMkLst>
        </pc:picChg>
        <pc:picChg chg="add mod">
          <ac:chgData name="Tyson Stewart" userId="S::z2039957@students.niu.edu::8e2b140b-85bc-4b41-b8fc-f7a99c36e0e2" providerId="AD" clId="Web-{30A3005F-6CBB-F140-B75D-3ADC29268739}" dt="2026-03-18T13:52:02.348" v="1110"/>
          <ac:picMkLst>
            <pc:docMk/>
            <pc:sldMk cId="2648519084" sldId="267"/>
            <ac:picMk id="12" creationId="{0A9EC205-8F3F-7A53-3228-6CF0AA3D8475}"/>
          </ac:picMkLst>
        </pc:picChg>
      </pc:sldChg>
      <pc:sldMasterChg chg="del delSldLayout">
        <pc:chgData name="Tyson Stewart" userId="S::z2039957@students.niu.edu::8e2b140b-85bc-4b41-b8fc-f7a99c36e0e2" providerId="AD" clId="Web-{30A3005F-6CBB-F140-B75D-3ADC29268739}" dt="2026-03-18T01:57:55.950" v="228"/>
        <pc:sldMasterMkLst>
          <pc:docMk/>
          <pc:sldMasterMk cId="2460954070" sldId="2147483660"/>
        </pc:sldMasterMkLst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Tyson Stewart" userId="S::z2039957@students.niu.edu::8e2b140b-85bc-4b41-b8fc-f7a99c36e0e2" providerId="AD" clId="Web-{30A3005F-6CBB-F140-B75D-3ADC29268739}" dt="2026-03-18T01:57:55.950" v="228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7:57.200" v="229"/>
        <pc:sldMasterMkLst>
          <pc:docMk/>
          <pc:sldMasterMk cId="2479742534" sldId="2147483672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3933383410" sldId="214748367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61702442" sldId="214748367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551270354" sldId="214748367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1916598916" sldId="214748367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182954908" sldId="214748367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246684049" sldId="214748367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3222103201" sldId="214748367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3341781449" sldId="214748368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2903119982" sldId="214748368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1014207882" sldId="214748368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7:57.200" v="229"/>
          <pc:sldLayoutMkLst>
            <pc:docMk/>
            <pc:sldMasterMk cId="2479742534" sldId="2147483672"/>
            <pc:sldLayoutMk cId="4176168158" sldId="2147483683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00.637" v="230"/>
        <pc:sldMasterMkLst>
          <pc:docMk/>
          <pc:sldMasterMk cId="1146274007" sldId="2147483684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360484522" sldId="214748368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1862381270" sldId="214748368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1360859807" sldId="214748368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2442469949" sldId="214748368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2647215404" sldId="214748368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2167463700" sldId="214748369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2379083334" sldId="214748369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1938342326" sldId="214748369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2699970252" sldId="214748369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558009290" sldId="214748369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0.637" v="230"/>
          <pc:sldLayoutMkLst>
            <pc:docMk/>
            <pc:sldMasterMk cId="1146274007" sldId="2147483684"/>
            <pc:sldLayoutMk cId="923008594" sldId="2147483695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01.450" v="231"/>
        <pc:sldMasterMkLst>
          <pc:docMk/>
          <pc:sldMasterMk cId="3096598968" sldId="2147483696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3193057095" sldId="214748369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3380400558" sldId="214748369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1786104014" sldId="214748369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1573649962" sldId="214748370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860158517" sldId="214748370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1422792926" sldId="214748370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3391002860" sldId="214748370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4219452408" sldId="214748370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4173024350" sldId="214748370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1698676504" sldId="214748370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01.450" v="231"/>
          <pc:sldLayoutMkLst>
            <pc:docMk/>
            <pc:sldMasterMk cId="3096598968" sldId="2147483696"/>
            <pc:sldLayoutMk cId="639086648" sldId="2147483707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16.528" v="233"/>
        <pc:sldMasterMkLst>
          <pc:docMk/>
          <pc:sldMasterMk cId="207782869" sldId="2147483708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973609664" sldId="214748370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47820954" sldId="214748371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177394365" sldId="214748371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218435210" sldId="214748371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326931392" sldId="214748371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051478172" sldId="214748371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2159823556" sldId="214748371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1795273250" sldId="214748371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819580445" sldId="214748371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3797218300" sldId="214748371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16.528" v="233"/>
          <pc:sldLayoutMkLst>
            <pc:docMk/>
            <pc:sldMasterMk cId="207782869" sldId="2147483708"/>
            <pc:sldLayoutMk cId="1556492231" sldId="2147483719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25.637" v="234"/>
        <pc:sldMasterMkLst>
          <pc:docMk/>
          <pc:sldMasterMk cId="3331025087" sldId="2147483720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4002560498" sldId="214748372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1173774065" sldId="214748372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72981006" sldId="214748372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3857066431" sldId="214748372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3599038296" sldId="214748372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2672723644" sldId="214748372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3967129119" sldId="214748372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596784477" sldId="214748372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2454008086" sldId="214748372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3929501794" sldId="214748373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25.637" v="234"/>
          <pc:sldLayoutMkLst>
            <pc:docMk/>
            <pc:sldMasterMk cId="3331025087" sldId="2147483720"/>
            <pc:sldLayoutMk cId="939961943" sldId="2147483731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36.340" v="235"/>
        <pc:sldMasterMkLst>
          <pc:docMk/>
          <pc:sldMasterMk cId="795413902" sldId="2147483732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1786763682" sldId="214748373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749604878" sldId="214748373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71035271" sldId="214748373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1039083550" sldId="214748373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3088300788" sldId="214748373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1886165302" sldId="214748373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988131237" sldId="214748373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789155706" sldId="214748374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886260138" sldId="214748374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3242895390" sldId="214748374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827266216" sldId="214748374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430776277" sldId="214748374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722263381" sldId="214748374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260847803" sldId="214748374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3123592182" sldId="214748374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1696582577" sldId="214748374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36.340" v="235"/>
          <pc:sldLayoutMkLst>
            <pc:docMk/>
            <pc:sldMasterMk cId="795413902" sldId="2147483732"/>
            <pc:sldLayoutMk cId="340216707" sldId="2147483749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44.684" v="236"/>
        <pc:sldMasterMkLst>
          <pc:docMk/>
          <pc:sldMasterMk cId="3348962373" sldId="2147483750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82364671" sldId="214748375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872674004" sldId="214748375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462212934" sldId="214748375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342857257" sldId="214748375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635772432" sldId="214748375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1446285352" sldId="214748375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1065672878" sldId="214748375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632913301" sldId="214748375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2290427753" sldId="214748375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2040275992" sldId="214748376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420056167" sldId="214748376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421272905" sldId="214748376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2607171659" sldId="214748376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709255067" sldId="214748376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32754823" sldId="214748376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2168175999" sldId="214748376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4.684" v="236"/>
          <pc:sldLayoutMkLst>
            <pc:docMk/>
            <pc:sldMasterMk cId="3348962373" sldId="2147483750"/>
            <pc:sldLayoutMk cId="3933812220" sldId="2147483767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8:49.715" v="237"/>
        <pc:sldMasterMkLst>
          <pc:docMk/>
          <pc:sldMasterMk cId="3906480758" sldId="2147483768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3644421321" sldId="214748376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1138916972" sldId="214748377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1562768627" sldId="214748377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3651407294" sldId="214748377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3083421403" sldId="214748377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3749091173" sldId="214748377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1807339800" sldId="214748377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1376037264" sldId="214748377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2481400257" sldId="214748377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1650291150" sldId="214748377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8:49.715" v="237"/>
          <pc:sldLayoutMkLst>
            <pc:docMk/>
            <pc:sldMasterMk cId="3906480758" sldId="2147483768"/>
            <pc:sldLayoutMk cId="3028044091" sldId="2147483779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9:01.168" v="238"/>
        <pc:sldMasterMkLst>
          <pc:docMk/>
          <pc:sldMasterMk cId="3199329376" sldId="2147483780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2558419850" sldId="214748378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3559834505" sldId="214748378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97963820" sldId="214748378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3303464675" sldId="214748378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2387565809" sldId="214748378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3080678595" sldId="214748378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2372664908" sldId="214748378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2070748610" sldId="214748378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1719906197" sldId="214748378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3060232740" sldId="214748379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1.168" v="238"/>
          <pc:sldLayoutMkLst>
            <pc:docMk/>
            <pc:sldMasterMk cId="3199329376" sldId="2147483780"/>
            <pc:sldLayoutMk cId="1432167586" sldId="2147483791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9:07.574" v="239"/>
        <pc:sldMasterMkLst>
          <pc:docMk/>
          <pc:sldMasterMk cId="493925915" sldId="2147483792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3125228834" sldId="214748379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3389340984" sldId="214748379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599583296" sldId="214748379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2856751318" sldId="214748379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681858872" sldId="214748379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287635543" sldId="214748379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3663569689" sldId="214748379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1088132685" sldId="214748380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1938556086" sldId="214748380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3980487207" sldId="214748380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07.574" v="239"/>
          <pc:sldLayoutMkLst>
            <pc:docMk/>
            <pc:sldMasterMk cId="493925915" sldId="2147483792"/>
            <pc:sldLayoutMk cId="2291031288" sldId="2147483803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9:12.699" v="240"/>
        <pc:sldMasterMkLst>
          <pc:docMk/>
          <pc:sldMasterMk cId="1017401294" sldId="2147483804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514698860" sldId="214748380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100599393" sldId="214748380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542921747" sldId="214748380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797867219" sldId="214748380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2020440060" sldId="214748380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82237413" sldId="214748381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423945554" sldId="214748381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960940137" sldId="214748381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775305390" sldId="214748381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2541564134" sldId="214748381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610405323" sldId="214748381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2626606332" sldId="214748381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597414818" sldId="214748381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3802823292" sldId="214748381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2980989147" sldId="214748381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1342059476" sldId="214748382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2.699" v="240"/>
          <pc:sldLayoutMkLst>
            <pc:docMk/>
            <pc:sldMasterMk cId="1017401294" sldId="2147483804"/>
            <pc:sldLayoutMk cId="1591214179" sldId="2147483821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9:16.996" v="241"/>
        <pc:sldMasterMkLst>
          <pc:docMk/>
          <pc:sldMasterMk cId="744870648" sldId="2147483822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981121709" sldId="214748382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33570253" sldId="214748382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1643092444" sldId="214748382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960637741" sldId="214748382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982776967" sldId="214748382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298871009" sldId="214748382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2611777893" sldId="214748382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004047755" sldId="214748383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2524206698" sldId="214748383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596375084" sldId="214748383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137020667" sldId="214748383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575489108" sldId="214748383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2033719684" sldId="214748383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6.996" v="241"/>
          <pc:sldLayoutMkLst>
            <pc:docMk/>
            <pc:sldMasterMk cId="744870648" sldId="2147483822"/>
            <pc:sldLayoutMk cId="3883179199" sldId="2147483836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1:59:18.059" v="242"/>
        <pc:sldMasterMkLst>
          <pc:docMk/>
          <pc:sldMasterMk cId="530607155" sldId="2147483837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1217886299" sldId="214748383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681590689" sldId="214748383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4140012152" sldId="214748384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3317887463" sldId="214748384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3383477488" sldId="214748384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373861915" sldId="214748384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1477737494" sldId="214748384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2251351612" sldId="214748384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3928533503" sldId="214748384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2638017348" sldId="214748384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450292401" sldId="214748384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1573781932" sldId="214748384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3393231842" sldId="214748385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1:59:18.059" v="242"/>
          <pc:sldLayoutMkLst>
            <pc:docMk/>
            <pc:sldMasterMk cId="530607155" sldId="2147483837"/>
            <pc:sldLayoutMk cId="2934579435" sldId="2147483851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2:00:24.637" v="248"/>
        <pc:sldMasterMkLst>
          <pc:docMk/>
          <pc:sldMasterMk cId="1386140774" sldId="2147483852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1955434262" sldId="214748385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112366470" sldId="214748385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3122834480" sldId="214748385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454999805" sldId="214748385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782155389" sldId="214748385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353740268" sldId="214748385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4067103038" sldId="214748385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725574002" sldId="214748386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775814285" sldId="214748386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296304683" sldId="214748386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436686038" sldId="214748386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4244007259" sldId="214748386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3245767123" sldId="214748386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4.637" v="248"/>
          <pc:sldLayoutMkLst>
            <pc:docMk/>
            <pc:sldMasterMk cId="1386140774" sldId="2147483852"/>
            <pc:sldLayoutMk cId="1663088328" sldId="2147483866"/>
          </pc:sldLayoutMkLst>
        </pc:sldLayoutChg>
      </pc:sldMasterChg>
      <pc:sldMasterChg chg="add del addSldLayout delSldLayout modSldLayout">
        <pc:chgData name="Tyson Stewart" userId="S::z2039957@students.niu.edu::8e2b140b-85bc-4b41-b8fc-f7a99c36e0e2" providerId="AD" clId="Web-{30A3005F-6CBB-F140-B75D-3ADC29268739}" dt="2026-03-18T02:00:25.637" v="249"/>
        <pc:sldMasterMkLst>
          <pc:docMk/>
          <pc:sldMasterMk cId="3554296381" sldId="2147483867"/>
        </pc:sldMasterMkLst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2661285502" sldId="2147483868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530432564" sldId="2147483869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793227918" sldId="2147483870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1141424588" sldId="2147483871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547803781" sldId="2147483872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932336044" sldId="2147483873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134243015" sldId="2147483874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313954290" sldId="2147483875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588024416" sldId="2147483876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2480137010" sldId="2147483877"/>
          </pc:sldLayoutMkLst>
        </pc:sldLayoutChg>
        <pc:sldLayoutChg chg="add del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3554296381" sldId="2147483867"/>
            <pc:sldLayoutMk cId="3472565261" sldId="2147483878"/>
          </pc:sldLayoutMkLst>
        </pc:sldLayoutChg>
      </pc:sldMasterChg>
      <pc:sldMasterChg chg="add addSldLayout modSldLayout">
        <pc:chgData name="Tyson Stewart" userId="S::z2039957@students.niu.edu::8e2b140b-85bc-4b41-b8fc-f7a99c36e0e2" providerId="AD" clId="Web-{30A3005F-6CBB-F140-B75D-3ADC29268739}" dt="2026-03-18T02:00:25.637" v="249"/>
        <pc:sldMasterMkLst>
          <pc:docMk/>
          <pc:sldMasterMk cId="2189394180" sldId="2147483879"/>
        </pc:sldMasterMkLst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282224747" sldId="2147483880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2444104629" sldId="2147483881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2184816064" sldId="2147483882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4019399877" sldId="2147483883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951131991" sldId="2147483884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2313912642" sldId="2147483885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1565085044" sldId="2147483886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4204766560" sldId="2147483887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339263398" sldId="2147483888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3687016714" sldId="2147483889"/>
          </pc:sldLayoutMkLst>
        </pc:sldLayoutChg>
        <pc:sldLayoutChg chg="add mod replId">
          <pc:chgData name="Tyson Stewart" userId="S::z2039957@students.niu.edu::8e2b140b-85bc-4b41-b8fc-f7a99c36e0e2" providerId="AD" clId="Web-{30A3005F-6CBB-F140-B75D-3ADC29268739}" dt="2026-03-18T02:00:25.637" v="249"/>
          <pc:sldLayoutMkLst>
            <pc:docMk/>
            <pc:sldMasterMk cId="2189394180" sldId="2147483879"/>
            <pc:sldLayoutMk cId="3283067393" sldId="214748389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75099-B3AD-44D7-919B-BCB6DC3E7F21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2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F121-2723-4D35-ADA9-215CD054C4BC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0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F54BA-4BC6-480F-839C-951A49B248A9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816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D0EA-4726-4440-BF9D-E88296FC3068}" type="datetimeFigureOut">
              <a:rPr lang="en-US" dirty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399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1600" b="1"/>
            </a:lvl2pPr>
            <a:lvl3pPr marL="914400" indent="0">
              <a:buNone/>
              <a:defRPr sz="16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AD10D-99D1-46B2-A85A-C16850FCF8CF}" type="datetimeFigureOut">
              <a:rPr lang="en-US" dirty="0"/>
              <a:t>3/18/2026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319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67E51-34D6-4E3D-8F41-CC63EA446EDD}" type="datetimeFigureOut">
              <a:rPr lang="en-US" dirty="0"/>
              <a:t>3/18/2026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912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9E550-CE3F-497F-B953-7DE0932F91C0}" type="datetimeFigureOut">
              <a:rPr lang="en-US" dirty="0"/>
              <a:t>3/18/2026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085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A0BF4-BAA0-4539-95F2-9C4277F97478}" type="datetimeFigureOut">
              <a:rPr lang="en-US" dirty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76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9884E-D945-496C-84BE-49C61F78F9EC}" type="datetimeFigureOut">
              <a:rPr lang="en-US" dirty="0"/>
              <a:t>3/18/2026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63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115DA-6CBC-4AEF-A85F-371C66916CF8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16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07E4-95E8-4ABC-B20B-51235318A487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73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CD438618-DEE5-47CF-A8B2-A9E090D503CD}" type="datetimeFigureOut">
              <a:rPr lang="en-US" dirty="0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E30AF5A0-43BB-4336-8627-9123B9144D80}" type="slidenum">
              <a:rPr lang="en-US" dirty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9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0" r:id="rId1"/>
    <p:sldLayoutId id="2147483881" r:id="rId2"/>
    <p:sldLayoutId id="2147483882" r:id="rId3"/>
    <p:sldLayoutId id="2147483883" r:id="rId4"/>
    <p:sldLayoutId id="2147483884" r:id="rId5"/>
    <p:sldLayoutId id="2147483885" r:id="rId6"/>
    <p:sldLayoutId id="2147483886" r:id="rId7"/>
    <p:sldLayoutId id="2147483887" r:id="rId8"/>
    <p:sldLayoutId id="2147483888" r:id="rId9"/>
    <p:sldLayoutId id="2147483889" r:id="rId10"/>
    <p:sldLayoutId id="2147483890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  <p15:guide id="8" orient="horz" pos="4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>
            <a:normAutofit/>
          </a:bodyPr>
          <a:lstStyle/>
          <a:p>
            <a:r>
              <a:rPr lang="en-US" b="1"/>
              <a:t>Feedback for the Everstream Group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b="1"/>
              <a:t>MET 431/531</a:t>
            </a:r>
          </a:p>
          <a:p>
            <a:pPr>
              <a:lnSpc>
                <a:spcPct val="100000"/>
              </a:lnSpc>
            </a:pPr>
            <a:endParaRPr lang="en-US"/>
          </a:p>
          <a:p>
            <a:pPr>
              <a:lnSpc>
                <a:spcPct val="100000"/>
              </a:lnSpc>
            </a:pPr>
            <a:r>
              <a:rPr lang="en-US"/>
              <a:t>By Tyson Stewart, Landon Moeller, Owen Cutinello, and Matthew Woods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80B2C2FC-2BBC-22C9-B28F-D30641194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CA24C7E-F581-4462-B573-DA19E76D20B3}" type="datetime1"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3C9F4EA-748B-DD0D-0BFF-BEF4B2204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092EC7A-CF6C-F865-F33D-F867FC10F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CC95C-34F4-39F4-EB52-EE488CBA0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General 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7A0FA-8311-CFCA-6876-80DB415F37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188482"/>
            <a:ext cx="4682672" cy="398848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Feedback was overall very positive</a:t>
            </a:r>
          </a:p>
          <a:p>
            <a:r>
              <a:rPr lang="en-US"/>
              <a:t>Initial results were well received</a:t>
            </a:r>
          </a:p>
          <a:p>
            <a:r>
              <a:rPr lang="en-US"/>
              <a:t>Seems like we are overall on track and doing what we need to do</a:t>
            </a:r>
          </a:p>
          <a:p>
            <a:r>
              <a:rPr lang="en-US"/>
              <a:t>Will continue to check in with </a:t>
            </a:r>
            <a:r>
              <a:rPr lang="en-US" err="1"/>
              <a:t>Everstream</a:t>
            </a:r>
            <a:r>
              <a:rPr lang="en-US"/>
              <a:t> to make sure our work continues to </a:t>
            </a:r>
            <a:r>
              <a:rPr lang="en-US" err="1"/>
              <a:t>fufill</a:t>
            </a:r>
            <a:r>
              <a:rPr lang="en-US"/>
              <a:t> their needs</a:t>
            </a:r>
          </a:p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AA7B5C4-089A-143B-DCDF-E4AE94130A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09343" y="3940096"/>
            <a:ext cx="5900057" cy="485478"/>
          </a:xfrm>
          <a:prstGeom prst="rect">
            <a:avLst/>
          </a:prstGeom>
          <a:ln>
            <a:noFill/>
          </a:ln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16248FC-A771-04DC-EE89-D36E4B9BC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3878" y="4550909"/>
            <a:ext cx="5907315" cy="1402897"/>
          </a:xfrm>
          <a:prstGeom prst="rect">
            <a:avLst/>
          </a:prstGeom>
          <a:ln>
            <a:noFill/>
          </a:ln>
        </p:spPr>
      </p:pic>
      <p:pic>
        <p:nvPicPr>
          <p:cNvPr id="4" name="Picture 3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EA55578C-C190-32EF-8B5B-F6610213B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476" y="1953078"/>
            <a:ext cx="5914117" cy="186327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2312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F148-0777-1B1F-A2B4-A7F5D07FD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83" y="3279095"/>
            <a:ext cx="10632067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/>
              <a:t>Areas of Improvement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BE6C43A-10F3-8DB7-ED64-BA8F06DC81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FD8F8D-8994-4D8D-B49B-914CCABB82E8}" type="datetime1">
              <a:rPr lang="en-US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A5213334-3545-C95A-657A-3E8E674C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83F360A-AEBE-3C32-CD84-528F974A5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702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AF16B-E039-900E-9BA0-01E1E0742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Improvements To Figures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C6C58-1A1C-CACD-D6DE-1C6AFAC14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39126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Annotations were suggested to help make findings from some of the figures more clear to the reader</a:t>
            </a:r>
          </a:p>
          <a:p>
            <a:r>
              <a:rPr lang="en-US"/>
              <a:t>For the presentation, avoiding repeating information when presenting figures</a:t>
            </a:r>
          </a:p>
          <a:p>
            <a:pPr lvl="1"/>
            <a:r>
              <a:rPr lang="en-US"/>
              <a:t>No need to mention what each axis is showing if they are already well labeled</a:t>
            </a:r>
          </a:p>
          <a:p>
            <a:r>
              <a:rPr lang="en-US"/>
              <a:t>Potentially explore categorizing values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7F59B-7668-DBA1-AF66-35E7E620BC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5D5A-4C8F-46D7-A6CC-1C59276D3036}" type="datetime1">
              <a:rPr lang="en-US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8C753-20E6-94C1-0FCC-C9C02A584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A47AA-3C55-F5DC-DF12-72A10D3A5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4</a:t>
            </a:fld>
            <a:endParaRPr lang="en-US"/>
          </a:p>
        </p:txBody>
      </p:sp>
      <p:pic>
        <p:nvPicPr>
          <p:cNvPr id="17" name="Picture 16" descr="A screenshot of a message&#10;&#10;AI-generated content may be incorrect.">
            <a:extLst>
              <a:ext uri="{FF2B5EF4-FFF2-40B4-BE49-F238E27FC236}">
                <a16:creationId xmlns:a16="http://schemas.microsoft.com/office/drawing/2014/main" id="{4F7989D4-77A6-CA90-863C-4A697C030A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7365" y="4227285"/>
            <a:ext cx="7088413" cy="180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306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0BC79-2A93-A5E3-CB3A-DDD9E82C4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AE42-1D83-2357-EAD2-84962CA5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Improvements To Writing/Report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742EE7-8562-5CB6-D313-136316230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39126"/>
            <a:ext cx="10691265" cy="36360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Suggestion of improving discussion on the study areas</a:t>
            </a:r>
          </a:p>
          <a:p>
            <a:pPr lvl="1"/>
            <a:r>
              <a:rPr lang="en-US"/>
              <a:t>Answering the questions of "Why do these regions matter? and "What sectors are more at play in this region compared to others?"</a:t>
            </a:r>
          </a:p>
          <a:p>
            <a:r>
              <a:rPr lang="en-US"/>
              <a:t>More work is needed on balancing detail and conciseness</a:t>
            </a:r>
          </a:p>
          <a:p>
            <a:pPr lvl="1"/>
            <a:r>
              <a:rPr lang="en-US"/>
              <a:t>Feedback from </a:t>
            </a:r>
            <a:r>
              <a:rPr lang="en-US" err="1"/>
              <a:t>Everstream</a:t>
            </a:r>
            <a:r>
              <a:rPr lang="en-US"/>
              <a:t>: "</a:t>
            </a:r>
            <a:r>
              <a:rPr lang="en-US">
                <a:latin typeface="Calisto MT"/>
                <a:cs typeface="Times New Roman"/>
              </a:rPr>
              <a:t>The challenge with examining 13 regions across 20+ teleconnections is how to synthesize all of this information into a single report. Really take some time to think about how to hammer home the key points without getting too much into the weeds."</a:t>
            </a:r>
            <a:endParaRPr lang="en-US">
              <a:latin typeface="Calisto MT"/>
            </a:endParaRPr>
          </a:p>
          <a:p>
            <a:pPr lvl="1"/>
            <a:r>
              <a:rPr lang="en-US">
                <a:cs typeface="Times New Roman"/>
              </a:rPr>
              <a:t>Also, important that we avoid repeating information/phrasing when discussing the same data but in different regions</a:t>
            </a:r>
          </a:p>
          <a:p>
            <a:endParaRPr lang="en-US">
              <a:cs typeface="Times New Roman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A564F-818B-3365-490A-EAD01392A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5D5A-4C8F-46D7-A6CC-1C59276D3036}" type="datetime1">
              <a:rPr lang="en-US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7D4D1-321D-2E19-F9E6-0EDD58FAE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E9C14-F949-7DE1-9096-C4C42526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47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5732-5CEF-B692-C74F-AB118524A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6A898-FFE1-A31C-5130-CE2D3E507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83" y="3279095"/>
            <a:ext cx="10632067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Outlook on future Work</a:t>
            </a:r>
            <a:endParaRPr lang="en-US" kern="120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3C35A936-5397-9A0A-1876-30C4625A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FD8F8D-8994-4D8D-B49B-914CCABB82E8}" type="datetime1">
              <a:rPr lang="en-US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B2157055-42A4-15AE-AD86-220D10872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001A654-87E8-B320-FF7C-A3DC4197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891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4B3CD-C5BE-E929-26F7-3D80B887B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88CB6-7B83-2FB9-D173-CBAC3BED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Outlook on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40AD40-E266-65BE-183F-CA0D7B5DE41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Proposed future work was received very positively</a:t>
            </a:r>
          </a:p>
          <a:p>
            <a:r>
              <a:rPr lang="en-US"/>
              <a:t>There seems to be quite a bit of enthusiasm towards an additional ML model as well as the proxy years product</a:t>
            </a:r>
          </a:p>
          <a:p>
            <a:r>
              <a:rPr lang="en-US"/>
              <a:t>Work is currently being done in addition to the statistical model to be able to provide those additional products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60302E8-9D57-CCDC-5A80-4EC5E85DAC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099629" y="1647496"/>
            <a:ext cx="5927271" cy="241193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315-11B7-400D-5FA0-B0116403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5D5A-4C8F-46D7-A6CC-1C59276D3036}" type="datetime1">
              <a:rPr lang="en-US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C57A4-6EC2-DFF4-2013-0FA466ACA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9C137-B67A-8CF7-EC89-E8447436A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7</a:t>
            </a:fld>
            <a:endParaRPr lang="en-US"/>
          </a:p>
        </p:txBody>
      </p:sp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AE4983D5-6230-69A1-71BD-AA0473930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567" y="4151766"/>
            <a:ext cx="2433864" cy="182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6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17720-8A83-7B2E-EAFC-8225FDCC9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65EE-3387-483B-4F07-794ABD8A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Outlook on future 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6FEB0-7F57-763C-7958-F9CAF6ECE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10875983" cy="384441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Everstream partners suggested using detrended climate anomaly data from ERA5</a:t>
            </a:r>
          </a:p>
          <a:p>
            <a:pPr lvl="1"/>
            <a:r>
              <a:rPr lang="en-US"/>
              <a:t>Goal of first determining whether there is a notable difference from the original data</a:t>
            </a:r>
          </a:p>
          <a:p>
            <a:pPr lvl="1"/>
            <a:r>
              <a:rPr lang="en-US"/>
              <a:t>Logan has provided us with this data</a:t>
            </a:r>
          </a:p>
          <a:p>
            <a:r>
              <a:rPr lang="en-US"/>
              <a:t>Need to put this data into the same .</a:t>
            </a:r>
            <a:r>
              <a:rPr lang="en-US" err="1"/>
              <a:t>nc</a:t>
            </a:r>
            <a:r>
              <a:rPr lang="en-US"/>
              <a:t> format as before so we can rerun our scripts to do a broad check for differences </a:t>
            </a:r>
          </a:p>
          <a:p>
            <a:r>
              <a:rPr lang="en-US"/>
              <a:t>Multi-linear regression model still needs to be built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E8D53-6344-208C-4BD3-ABCEB397F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15D5A-4C8F-46D7-A6CC-1C59276D3036}" type="datetime1">
              <a:rPr lang="en-US"/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45AE9-6019-6DED-EA59-8B72BFFB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FEAB3-41BB-407E-2E9B-B57E0315B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390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8BB28-EE11-C264-E489-EB8318BD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5D86D-EF31-34E6-3EFC-B11DAA480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83" y="3279095"/>
            <a:ext cx="10632067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Project Schedule Check-in</a:t>
            </a:r>
            <a:endParaRPr lang="en-US" kern="120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BA46327-4149-0484-666E-10C2146C98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FD8F8D-8994-4D8D-B49B-914CCABB82E8}" type="datetime1"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E33C7CB3-F0FD-4B6B-BDAB-621B7279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DACD0178-7A45-0BCE-F593-F9A6ABDA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800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90131E81-9D0C-B041-759B-CF6081A40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</p:spPr>
        <p:txBody>
          <a:bodyPr/>
          <a:lstStyle/>
          <a:p>
            <a:r>
              <a:rPr lang="en-US"/>
              <a:t>Project Schedule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67303-8B81-0FBA-EC8A-2437554FEA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DAF95A53-4A75-4A44-9842-ED3DD8485427}" type="datetime1">
              <a:rPr lang="en-US"/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4DD6F-C2FF-F277-4EF8-650904F65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4D2BA-FF07-AE56-3FDB-293A64D8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E30AF5A0-43BB-4336-8627-9123B9144D80}" type="slidenum">
              <a:rPr lang="en-US" dirty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E07113D-0AC2-5621-1C88-C297636538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918642"/>
              </p:ext>
            </p:extLst>
          </p:nvPr>
        </p:nvGraphicFramePr>
        <p:xfrm>
          <a:off x="700635" y="2571255"/>
          <a:ext cx="10691271" cy="30798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1343">
                  <a:extLst>
                    <a:ext uri="{9D8B030D-6E8A-4147-A177-3AD203B41FA5}">
                      <a16:colId xmlns:a16="http://schemas.microsoft.com/office/drawing/2014/main" val="677796128"/>
                    </a:ext>
                  </a:extLst>
                </a:gridCol>
                <a:gridCol w="558631">
                  <a:extLst>
                    <a:ext uri="{9D8B030D-6E8A-4147-A177-3AD203B41FA5}">
                      <a16:colId xmlns:a16="http://schemas.microsoft.com/office/drawing/2014/main" val="3416653396"/>
                    </a:ext>
                  </a:extLst>
                </a:gridCol>
                <a:gridCol w="652781">
                  <a:extLst>
                    <a:ext uri="{9D8B030D-6E8A-4147-A177-3AD203B41FA5}">
                      <a16:colId xmlns:a16="http://schemas.microsoft.com/office/drawing/2014/main" val="3782932833"/>
                    </a:ext>
                  </a:extLst>
                </a:gridCol>
                <a:gridCol w="652781">
                  <a:extLst>
                    <a:ext uri="{9D8B030D-6E8A-4147-A177-3AD203B41FA5}">
                      <a16:colId xmlns:a16="http://schemas.microsoft.com/office/drawing/2014/main" val="3966188644"/>
                    </a:ext>
                  </a:extLst>
                </a:gridCol>
                <a:gridCol w="601576">
                  <a:extLst>
                    <a:ext uri="{9D8B030D-6E8A-4147-A177-3AD203B41FA5}">
                      <a16:colId xmlns:a16="http://schemas.microsoft.com/office/drawing/2014/main" val="2063562627"/>
                    </a:ext>
                  </a:extLst>
                </a:gridCol>
                <a:gridCol w="601576">
                  <a:extLst>
                    <a:ext uri="{9D8B030D-6E8A-4147-A177-3AD203B41FA5}">
                      <a16:colId xmlns:a16="http://schemas.microsoft.com/office/drawing/2014/main" val="2988289989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3432519494"/>
                    </a:ext>
                  </a:extLst>
                </a:gridCol>
                <a:gridCol w="1080590">
                  <a:extLst>
                    <a:ext uri="{9D8B030D-6E8A-4147-A177-3AD203B41FA5}">
                      <a16:colId xmlns:a16="http://schemas.microsoft.com/office/drawing/2014/main" val="1412272613"/>
                    </a:ext>
                  </a:extLst>
                </a:gridCol>
                <a:gridCol w="695727">
                  <a:extLst>
                    <a:ext uri="{9D8B030D-6E8A-4147-A177-3AD203B41FA5}">
                      <a16:colId xmlns:a16="http://schemas.microsoft.com/office/drawing/2014/main" val="2133931434"/>
                    </a:ext>
                  </a:extLst>
                </a:gridCol>
                <a:gridCol w="560282">
                  <a:extLst>
                    <a:ext uri="{9D8B030D-6E8A-4147-A177-3AD203B41FA5}">
                      <a16:colId xmlns:a16="http://schemas.microsoft.com/office/drawing/2014/main" val="631631349"/>
                    </a:ext>
                  </a:extLst>
                </a:gridCol>
                <a:gridCol w="654432">
                  <a:extLst>
                    <a:ext uri="{9D8B030D-6E8A-4147-A177-3AD203B41FA5}">
                      <a16:colId xmlns:a16="http://schemas.microsoft.com/office/drawing/2014/main" val="3402637489"/>
                    </a:ext>
                  </a:extLst>
                </a:gridCol>
                <a:gridCol w="696388">
                  <a:extLst>
                    <a:ext uri="{9D8B030D-6E8A-4147-A177-3AD203B41FA5}">
                      <a16:colId xmlns:a16="http://schemas.microsoft.com/office/drawing/2014/main" val="1279457306"/>
                    </a:ext>
                  </a:extLst>
                </a:gridCol>
                <a:gridCol w="696388">
                  <a:extLst>
                    <a:ext uri="{9D8B030D-6E8A-4147-A177-3AD203B41FA5}">
                      <a16:colId xmlns:a16="http://schemas.microsoft.com/office/drawing/2014/main" val="4064755610"/>
                    </a:ext>
                  </a:extLst>
                </a:gridCol>
                <a:gridCol w="623049">
                  <a:extLst>
                    <a:ext uri="{9D8B030D-6E8A-4147-A177-3AD203B41FA5}">
                      <a16:colId xmlns:a16="http://schemas.microsoft.com/office/drawing/2014/main" val="691387768"/>
                    </a:ext>
                  </a:extLst>
                </a:gridCol>
              </a:tblGrid>
              <a:tr h="380965">
                <a:tc gridSpan="1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900" b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Everstream/Teleconnections Group Work Plan </a:t>
                      </a:r>
                    </a:p>
                  </a:txBody>
                  <a:tcPr marL="9911" marR="9911" marT="9911" marB="4757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4292551"/>
                  </a:ext>
                </a:extLst>
              </a:tr>
              <a:tr h="317537">
                <a:tc>
                  <a:txBody>
                    <a:bodyPr/>
                    <a:lstStyle/>
                    <a:p>
                      <a:pPr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Milestones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9-Feb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16-Feb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23-Feb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2-Mar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9-Mar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/>
                        </a:rPr>
                        <a:t>16-Mar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23-Mar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30-Mar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6-Apr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13-Apr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20-Apr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27-Apr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>
                          <a:effectLst/>
                          <a:latin typeface="Calibri" panose="020F0502020204030204" pitchFamily="34" charset="0"/>
                        </a:rPr>
                        <a:t>4-May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8084191"/>
                  </a:ext>
                </a:extLst>
              </a:tr>
              <a:tr h="2858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solidFill>
                            <a:srgbClr val="FFC000"/>
                          </a:solidFill>
                          <a:effectLst/>
                          <a:latin typeface="Calibri"/>
                        </a:rPr>
                        <a:t>Define/Finalize Objectives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rowSpan="7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Midterm Report Due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7"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Final Report/Presentations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A5A5"/>
                    </a:solidFill>
                  </a:tcPr>
                </a:tc>
                <a:tc rowSpan="7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697739"/>
                  </a:ext>
                </a:extLst>
              </a:tr>
              <a:tr h="47610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Determine Methodology/Process</a:t>
                      </a: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526740"/>
                  </a:ext>
                </a:extLst>
              </a:tr>
              <a:tr h="2858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Data Processing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solidFill>
                          <a:srgbClr val="70AD4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70AD47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489924"/>
                  </a:ext>
                </a:extLst>
              </a:tr>
              <a:tr h="47610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solidFill>
                            <a:srgbClr val="00B050"/>
                          </a:solidFill>
                          <a:effectLst/>
                          <a:latin typeface="Calibri" panose="020F0502020204030204" pitchFamily="34" charset="0"/>
                        </a:rPr>
                        <a:t>Data Analysis/Programming Work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00B05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695928"/>
                  </a:ext>
                </a:extLst>
              </a:tr>
              <a:tr h="2858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solidFill>
                            <a:srgbClr val="00B0F0"/>
                          </a:solidFill>
                          <a:effectLst/>
                          <a:latin typeface="Calibri" panose="020F0502020204030204" pitchFamily="34" charset="0"/>
                        </a:rPr>
                        <a:t>Midterm Report Writing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1597841"/>
                  </a:ext>
                </a:extLst>
              </a:tr>
              <a:tr h="285823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>
                          <a:solidFill>
                            <a:srgbClr val="7030A0"/>
                          </a:solidFill>
                          <a:effectLst/>
                          <a:latin typeface="Calibri" panose="020F0502020204030204" pitchFamily="34" charset="0"/>
                        </a:rPr>
                        <a:t>Feedback/Revision</a:t>
                      </a: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sz="110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9428965"/>
                  </a:ext>
                </a:extLst>
              </a:tr>
              <a:tr h="285823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200">
                          <a:solidFill>
                            <a:srgbClr val="FDA1FF"/>
                          </a:solidFill>
                          <a:effectLst/>
                          <a:latin typeface="Calibri" panose="020F0502020204030204" pitchFamily="34" charset="0"/>
                        </a:rPr>
                        <a:t>Final Report Writing</a:t>
                      </a: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F00">
                        <a:alpha val="52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FF"/>
                    </a:solidFill>
                  </a:tcPr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F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endParaRPr lang="en-US" sz="12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A1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endParaRPr lang="en-US" sz="110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911" marR="9911" marT="9911" marB="47571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6143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428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0ED71-559A-0FCD-B2A5-6EA19D0388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5A82B-A056-5F6A-94AE-415D44A0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83" y="3279095"/>
            <a:ext cx="10632067" cy="28527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goals contract check-in</a:t>
            </a:r>
            <a:endParaRPr lang="en-US" kern="1200"/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E6FC789C-91F9-2877-D238-DC8CE7BC6F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9448" y="6356350"/>
            <a:ext cx="259259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0FFD8F8D-8994-4D8D-B49B-914CCABB82E8}" type="datetime1">
              <a:pPr>
                <a:spcAft>
                  <a:spcPts val="600"/>
                </a:spcAft>
              </a:pPr>
              <a:t>3/18/2026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C2D886-9352-DF79-1FFC-C3E7E8165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FDC6BE9B-A46A-3742-C711-53F3B4AE2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9012" y="6356350"/>
            <a:ext cx="672354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E30AF5A0-43BB-4336-8627-9123B9144D80}" type="slidenum">
              <a:rPr lang="en-US" dirty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258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92ED99-3B63-3921-F8FE-960EE980E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06631E-120B-4B2D-8763-DE9963B6F7AA}" type="datetime1">
              <a:t>3/18/2026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9064BD-09B2-8896-7403-D94F3567D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E0E04B-7F73-A098-DC07-6951C77C9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0AF5A0-43BB-4336-8627-9123B9144D80}" type="slidenum">
              <a:rPr lang="en-US" dirty="0"/>
              <a:t>12</a:t>
            </a:fld>
            <a:endParaRPr lang="en-US"/>
          </a:p>
        </p:txBody>
      </p:sp>
      <p:pic>
        <p:nvPicPr>
          <p:cNvPr id="8" name="Picture 7" descr="A paper with text on it&#10;&#10;AI-generated content may be incorrect.">
            <a:extLst>
              <a:ext uri="{FF2B5EF4-FFF2-40B4-BE49-F238E27FC236}">
                <a16:creationId xmlns:a16="http://schemas.microsoft.com/office/drawing/2014/main" id="{41C84FEF-F4C1-3C73-2BAB-C93DAA98A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679" y="0"/>
            <a:ext cx="6812643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AEB0AC2-0FE1-9758-830E-6CB92E9D0C1C}"/>
              </a:ext>
            </a:extLst>
          </p:cNvPr>
          <p:cNvSpPr/>
          <p:nvPr/>
        </p:nvSpPr>
        <p:spPr>
          <a:xfrm>
            <a:off x="-3300" y="0"/>
            <a:ext cx="10183092" cy="68563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B4AF88-0458-5E3D-8B27-D64718FECEFD}"/>
              </a:ext>
            </a:extLst>
          </p:cNvPr>
          <p:cNvSpPr/>
          <p:nvPr/>
        </p:nvSpPr>
        <p:spPr>
          <a:xfrm>
            <a:off x="6706256" y="79167"/>
            <a:ext cx="5338950" cy="6248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aper with text on it&#10;&#10;AI-generated content may be incorrect.">
            <a:extLst>
              <a:ext uri="{FF2B5EF4-FFF2-40B4-BE49-F238E27FC236}">
                <a16:creationId xmlns:a16="http://schemas.microsoft.com/office/drawing/2014/main" id="{0A9EC205-8F3F-7A53-3228-6CF0AA3D8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35" y="0"/>
            <a:ext cx="6812643" cy="6858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FC9BE6-7966-40E7-9E22-024F874B461C}"/>
              </a:ext>
            </a:extLst>
          </p:cNvPr>
          <p:cNvSpPr txBox="1"/>
          <p:nvPr/>
        </p:nvSpPr>
        <p:spPr>
          <a:xfrm>
            <a:off x="6709558" y="865908"/>
            <a:ext cx="4779818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00B050"/>
                </a:solidFill>
              </a:rPr>
              <a:t>Complete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C57045-128C-9222-3685-84127101989C}"/>
              </a:ext>
            </a:extLst>
          </p:cNvPr>
          <p:cNvSpPr txBox="1"/>
          <p:nvPr/>
        </p:nvSpPr>
        <p:spPr>
          <a:xfrm>
            <a:off x="6709558" y="1716973"/>
            <a:ext cx="4779818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00B050"/>
                </a:solidFill>
              </a:rPr>
              <a:t>Complete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CF8BB2-A238-1CE2-C072-2EFC5D7AE8AB}"/>
              </a:ext>
            </a:extLst>
          </p:cNvPr>
          <p:cNvSpPr txBox="1"/>
          <p:nvPr/>
        </p:nvSpPr>
        <p:spPr>
          <a:xfrm>
            <a:off x="6709557" y="2874815"/>
            <a:ext cx="4779818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FFC000"/>
                </a:solidFill>
              </a:rPr>
              <a:t>In-Progress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C37EDB-3D0C-1136-9811-9ED6ECEBDA61}"/>
              </a:ext>
            </a:extLst>
          </p:cNvPr>
          <p:cNvSpPr txBox="1"/>
          <p:nvPr/>
        </p:nvSpPr>
        <p:spPr>
          <a:xfrm>
            <a:off x="6709558" y="4319648"/>
            <a:ext cx="4779818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00B050"/>
                </a:solidFill>
              </a:rPr>
              <a:t>Complete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1DFAF9-0FA8-D09C-30C5-847D9532863D}"/>
              </a:ext>
            </a:extLst>
          </p:cNvPr>
          <p:cNvSpPr txBox="1"/>
          <p:nvPr/>
        </p:nvSpPr>
        <p:spPr>
          <a:xfrm>
            <a:off x="6709558" y="5042063"/>
            <a:ext cx="4779818" cy="646331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00B050"/>
                </a:solidFill>
              </a:rPr>
              <a:t>Complete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07B985-5CD5-B100-238C-4E377BFD85D5}"/>
              </a:ext>
            </a:extLst>
          </p:cNvPr>
          <p:cNvSpPr txBox="1"/>
          <p:nvPr/>
        </p:nvSpPr>
        <p:spPr>
          <a:xfrm>
            <a:off x="6709557" y="5774373"/>
            <a:ext cx="4779818" cy="646331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>
                <a:solidFill>
                  <a:srgbClr val="FFC000"/>
                </a:solidFill>
              </a:rPr>
              <a:t>In-Progress</a:t>
            </a:r>
          </a:p>
        </p:txBody>
      </p:sp>
    </p:spTree>
    <p:extLst>
      <p:ext uri="{BB962C8B-B14F-4D97-AF65-F5344CB8AC3E}">
        <p14:creationId xmlns:p14="http://schemas.microsoft.com/office/powerpoint/2010/main" val="264851908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VTI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ChronicleVTI">
      <a:majorFont>
        <a:latin typeface="Univers Condensed"/>
        <a:ea typeface=""/>
        <a:cs typeface=""/>
      </a:majorFont>
      <a:minorFont>
        <a:latin typeface="Calisto MT" panose="02040603050505030304"/>
        <a:ea typeface=""/>
        <a:cs typeface=""/>
      </a:minorFont>
    </a:fontScheme>
    <a:fmtScheme name="Chronicle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34FD3B1-53CD-4A5C-943C-C44DFF248C3E}" vid="{19A790DA-2E4D-4134-98A6-7DECB1A1B84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12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ChronicleVTI</vt:lpstr>
      <vt:lpstr>Feedback for the Everstream Group</vt:lpstr>
      <vt:lpstr>General Feedback</vt:lpstr>
      <vt:lpstr>Areas of Improvement</vt:lpstr>
      <vt:lpstr>Improvements To Figures</vt:lpstr>
      <vt:lpstr>Improvements To Writing/Report</vt:lpstr>
      <vt:lpstr>Outlook on future Work</vt:lpstr>
      <vt:lpstr>Outlook on future work</vt:lpstr>
      <vt:lpstr>Outlook on future work</vt:lpstr>
      <vt:lpstr>Project Schedule Check-in</vt:lpstr>
      <vt:lpstr>Project Schedule</vt:lpstr>
      <vt:lpstr>goals contract check-in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2026-03-16T17:34:41Z</dcterms:created>
  <dcterms:modified xsi:type="dcterms:W3CDTF">2026-03-18T14:39:18Z</dcterms:modified>
</cp:coreProperties>
</file>